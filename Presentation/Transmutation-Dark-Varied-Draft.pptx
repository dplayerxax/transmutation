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8"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embeddedFontLst>
    <p:embeddedFont>
      <p:font typeface="Hind" panose="02000000000000000000" pitchFamily="2" charset="0"/>
      <p:regular r:id="rId17"/>
      <p:bold r:id="rId18"/>
    </p:embeddedFont>
    <p:embeddedFont>
      <p:font typeface="Inter" panose="02010600030101010101" charset="0"/>
      <p:regular r:id="rId19"/>
      <p:bold r:id="rId20"/>
      <p:italic r:id="rId21"/>
      <p:boldItalic r:id="rId22"/>
    </p:embeddedFont>
    <p:embeddedFont>
      <p:font typeface="Nunito Light" pitchFamily="2" charset="0"/>
      <p:regular r:id="rId23"/>
      <p:italic r:id="rId24"/>
    </p:embeddedFont>
    <p:embeddedFont>
      <p:font typeface="Open Sans Light" panose="020B0306030504020204" pitchFamily="34" charset="0"/>
      <p:regular r:id="rId25"/>
      <p:italic r:id="rId26"/>
    </p:embeddedFont>
    <p:embeddedFont>
      <p:font typeface="Space Grotesk" panose="02010600030101010101" charset="0"/>
      <p:regular r:id="rId27"/>
      <p:bold r:id="rId2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9D22BF5-6E1A-4359-963B-0303F20182D5}">
  <a:tblStyle styleId="{C9D22BF5-6E1A-4359-963B-0303F20182D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5 sec | 0:00–0:05 | Hook</a:t>
            </a:r>
          </a:p>
          <a:p>
            <a:pPr marL="0" lvl="0" indent="0" algn="l">
              <a:spcBef>
                <a:spcPts val="0"/>
              </a:spcBef>
              <a:spcAft>
                <a:spcPts val="0"/>
              </a:spcAft>
              <a:buNone/>
            </a:pPr>
            <a:r>
              <a:t>Visual: a title image and the game name. Save the description for Slide 04.</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Centered title. Optional shader treatment stays editable. Keep the short line subtle.</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 sec | 0:05–0:25 | Hook</a:t>
            </a:r>
          </a:p>
          <a:p>
            <a:pPr marL="0" lvl="0" indent="0" algn="l">
              <a:spcBef>
                <a:spcPts val="0"/>
              </a:spcBef>
              <a:spcAft>
                <a:spcPts val="0"/>
              </a:spcAft>
              <a:buNone/>
            </a:pPr>
            <a:r>
              <a:t>Visual: a beautiful natural scene at sunrise. An animal forages beneath a tree, flowers move gently, and bees travel between them. Let the image carry the sense of wonder with very little text.</a:t>
            </a:r>
          </a:p>
          <a:p>
            <a:pPr marL="0" lvl="0" indent="0" algn="l">
              <a:spcBef>
                <a:spcPts val="0"/>
              </a:spcBef>
              <a:spcAft>
                <a:spcPts val="0"/>
              </a:spcAft>
              <a:buNone/>
            </a:pPr>
            <a:endParaRPr/>
          </a:p>
          <a:p>
            <a:pPr marL="0" lvl="0" indent="0" algn="l">
              <a:spcBef>
                <a:spcPts val="0"/>
              </a:spcBef>
              <a:spcAft>
                <a:spcPts val="0"/>
              </a:spcAft>
              <a:buNone/>
            </a:pPr>
            <a:r>
              <a:t>Possible animation: gradually reveal the sunlight, then the animal and bees. Keep movement subtle enough to invite observation.</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Title sits low. Place sunrise scene in the upper space, or use a full-slide background. Protect the bottom text contrast.</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50 sec | 0:25–1:15 | Hook / visual demo</a:t>
            </a:r>
          </a:p>
          <a:p>
            <a:pPr marL="0" lvl="0" indent="0" algn="l">
              <a:spcBef>
                <a:spcPts val="0"/>
              </a:spcBef>
              <a:spcAft>
                <a:spcPts val="0"/>
              </a:spcAft>
              <a:buNone/>
            </a:pPr>
            <a:r>
              <a:t>Visual: reveal actual game imagery or a demo. Echo the previous scene’s composition and relationships through creatures with radically different appearances. Use a large image or short visual sequence to show the range of the game’s visual language.</a:t>
            </a:r>
          </a:p>
          <a:p>
            <a:pPr marL="0" lvl="0" indent="0" algn="l">
              <a:spcBef>
                <a:spcPts val="0"/>
              </a:spcBef>
              <a:spcAft>
                <a:spcPts val="0"/>
              </a:spcAft>
              <a:buNone/>
            </a:pPr>
            <a:endParaRPr/>
          </a:p>
          <a:p>
            <a:pPr marL="0" lvl="0" indent="0" algn="l">
              <a:spcBef>
                <a:spcPts val="0"/>
              </a:spcBef>
              <a:spcAft>
                <a:spcPts val="0"/>
              </a:spcAft>
              <a:buNone/>
            </a:pPr>
            <a:r>
              <a:t>Demo pacing: allow about 5 seconds for the reversal to land, 35 seconds to show the world in motion, and 10 seconds to bridge into the introduction. Prioritize atmosphere, creature movement, and visual variety. Save the detailed rules for Slide 08.</a:t>
            </a:r>
          </a:p>
          <a:p>
            <a:pPr marL="0" lvl="0" indent="0" algn="l">
              <a:spcBef>
                <a:spcPts val="0"/>
              </a:spcBef>
              <a:spcAft>
                <a:spcPts val="0"/>
              </a:spcAft>
              <a:buNone/>
            </a:pPr>
            <a:endParaRPr/>
          </a:p>
          <a:p>
            <a:pPr marL="0" lvl="0" indent="0" algn="l">
              <a:spcBef>
                <a:spcPts val="0"/>
              </a:spcBef>
              <a:spcAft>
                <a:spcPts val="0"/>
              </a:spcAft>
              <a:buNone/>
            </a:pPr>
            <a:r>
              <a:t>Transition idea: match the framing of Slide 02 so the reversal is immediately clear. The imagery should communicate the difference before any explanation.</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Title and main point sit upper right. Reserve the lower area for the reversal demo, or place footage behind text.</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 sec | 1:15–1:35 | Main explanation</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Text on the left, creature cutout on the right of the vertical rule.</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15 sec | 1:35–1:50 | Main explanation</a:t>
            </a:r>
          </a:p>
          <a:p>
            <a:pPr marL="0" lvl="0" indent="0" algn="l">
              <a:spcBef>
                <a:spcPts val="0"/>
              </a:spcBef>
              <a:spcAft>
                <a:spcPts val="0"/>
              </a:spcAft>
              <a:buNone/>
            </a:pPr>
            <a:r>
              <a:t>Visual: Mainly Picture of the Games here.</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Centered header. Six screenshot spaces above their captions.</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35 sec | 1:50–2:25 | Main explanation</a:t>
            </a:r>
          </a:p>
          <a:p>
            <a:pPr marL="0" lvl="0" indent="0" algn="l">
              <a:spcBef>
                <a:spcPts val="0"/>
              </a:spcBef>
              <a:spcAft>
                <a:spcPts val="0"/>
              </a:spcAft>
              <a:buNone/>
            </a:pPr>
            <a:r>
              <a:t>Visual: pictures of wandering, a small intervention, and a larger creature arrangement, with short labels. Let the pictures carry the examples.</a:t>
            </a:r>
          </a:p>
          <a:p>
            <a:pPr marL="0" lvl="0" indent="0" algn="l">
              <a:spcBef>
                <a:spcPts val="0"/>
              </a:spcBef>
              <a:spcAft>
                <a:spcPts val="0"/>
              </a:spcAft>
              <a:buNone/>
            </a:pPr>
            <a:endParaRPr/>
          </a:p>
          <a:p>
            <a:pPr marL="0" lvl="0" indent="0" algn="l">
              <a:spcBef>
                <a:spcPts val="0"/>
              </a:spcBef>
              <a:spcAft>
                <a:spcPts val="0"/>
              </a:spcAft>
              <a:buNone/>
            </a:pPr>
            <a:r>
              <a:t>Focus: connect the few player actions to different depths of engagement. Low pressure does not mean interventions have no consequences.</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Original three-play-style composition retained. Three images above the captions.</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35 sec | 2:25–3:00 | Main explanation</a:t>
            </a:r>
          </a:p>
          <a:p>
            <a:pPr marL="0" lvl="0" indent="0" algn="l">
              <a:spcBef>
                <a:spcPts val="0"/>
              </a:spcBef>
              <a:spcAft>
                <a:spcPts val="0"/>
              </a:spcAft>
              <a:buNone/>
            </a:pPr>
            <a:r>
              <a:t>Visual: a picture sequence of one creature before and after an intervention. Use only brief labels for observation, action, and consequence.</a:t>
            </a:r>
          </a:p>
          <a:p>
            <a:pPr marL="0" lvl="0" indent="0" algn="l">
              <a:spcBef>
                <a:spcPts val="0"/>
              </a:spcBef>
              <a:spcAft>
                <a:spcPts val="0"/>
              </a:spcAft>
              <a:buNone/>
            </a:pPr>
            <a:endParaRPr/>
          </a:p>
          <a:p>
            <a:pPr marL="0" lvl="0" indent="0" algn="l">
              <a:spcBef>
                <a:spcPts val="0"/>
              </a:spcBef>
              <a:spcAft>
                <a:spcPts val="0"/>
              </a:spcAft>
              <a:buNone/>
            </a:pPr>
            <a:r>
              <a:t>Focus: the exploration loop is how players learn the visual language. Lead into the concrete ecosystem example on the next slide.</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Header sits upper right. Three observation/action/result frames below.</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50 sec | 3:00–3:50 | Main explanation</a:t>
            </a:r>
          </a:p>
          <a:p>
            <a:pPr marL="0" lvl="0" indent="0" algn="l">
              <a:spcBef>
                <a:spcPts val="0"/>
              </a:spcBef>
              <a:spcAft>
                <a:spcPts val="0"/>
              </a:spcAft>
              <a:buNone/>
            </a:pPr>
            <a:r>
              <a:t>Visual: use a picture sequence or short Heat ecosystem clip to show one clear interaction and consequence. This explains the behavior behind the earlier visual demo. A creature can also be a plant, weather, rock, or landscape; explain the broader definition aloud. The planned Fire Eater can be added when ready to demonstrate.</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Heat ecosystem demo on the left, creature names and behaviors on the right.</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25 sec | 3:50–4:15 | Main explanation</a:t>
            </a:r>
          </a:p>
          <a:p>
            <a:pPr marL="0" lvl="0" indent="0" algn="l">
              <a:spcBef>
                <a:spcPts val="0"/>
              </a:spcBef>
              <a:spcAft>
                <a:spcPts val="0"/>
              </a:spcAft>
              <a:buNone/>
            </a:pPr>
            <a:r>
              <a:t>Visual: return to the alien scene from Slide 03. Echo the sunrise scene from Slide 02. After seeing how its inhabitants behave, the audience can recognize the life and relationships within it.</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Centered emotional return. Add the earlier alien scene below or behind the text.</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35 sec | 4:15–4:50 | Operations</a:t>
            </a:r>
          </a:p>
          <a:p>
            <a:pPr marL="0" lvl="0" indent="0" algn="l">
              <a:spcBef>
                <a:spcPts val="0"/>
              </a:spcBef>
              <a:spcAft>
                <a:spcPts val="0"/>
              </a:spcAft>
              <a:buNone/>
            </a:pPr>
            <a:r>
              <a:t>Confirm semester commitments and implemented features before presenting. The four-island vision is aspirational.</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Header sits upper right. Three original milestone columns remain.</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 sec | 4:50–5:10 | Operations</a:t>
            </a:r>
          </a:p>
          <a:p>
            <a:pPr marL="0" lvl="0" indent="0" algn="l">
              <a:spcBef>
                <a:spcPts val="0"/>
              </a:spcBef>
              <a:spcAft>
                <a:spcPts val="0"/>
              </a:spcAft>
              <a:buNone/>
            </a:pPr>
            <a:r>
              <a:t>Evaluate through playtesting, including players who prefer to observe rather than experiment.</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Left text column and right cutout separated by a subtle vertical line.</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20 sec | 5:10–5:30 | Operations</a:t>
            </a:r>
          </a:p>
          <a:p>
            <a:pPr marL="0" lvl="0" indent="0" algn="l">
              <a:spcBef>
                <a:spcPts val="0"/>
              </a:spcBef>
              <a:spcAft>
                <a:spcPts val="0"/>
              </a:spcAft>
              <a:buNone/>
            </a:pPr>
            <a:r>
              <a:t>These are open design questions. Use the small ecosystem to test the first three before expanding. The main path and narrative framing remain undecided.</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Centered heading with a single list of questions below.</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Timing: 15 sec | 5:30–5:45 | Operations</a:t>
            </a:r>
          </a:p>
          <a:p>
            <a:pPr marL="0" lvl="0" indent="0" algn="l">
              <a:spcBef>
                <a:spcPts val="0"/>
              </a:spcBef>
              <a:spcAft>
                <a:spcPts val="0"/>
              </a:spcAft>
              <a:buNone/>
            </a:pPr>
            <a:r>
              <a:t>Confirm Lam’s preferred responsibilities. Sound design is the current strongest additional need.</a:t>
            </a:r>
          </a:p>
          <a:p>
            <a:pPr marL="0" lvl="0" indent="0" algn="l">
              <a:spcBef>
                <a:spcPts val="0"/>
              </a:spcBef>
              <a:spcAft>
                <a:spcPts val="0"/>
              </a:spcAft>
              <a:buNone/>
            </a:pPr>
            <a:endParaRPr/>
          </a:p>
          <a:p>
            <a:pPr marL="0" lvl="0" indent="0" algn="l">
              <a:spcBef>
                <a:spcPts val="0"/>
              </a:spcBef>
              <a:spcAft>
                <a:spcPts val="0"/>
              </a:spcAft>
              <a:buNone/>
            </a:pPr>
            <a:r>
              <a:t>UPDATED VISUAL PLACEMENT</a:t>
            </a:r>
          </a:p>
          <a:p>
            <a:pPr marL="0" lvl="0" indent="0" algn="l">
              <a:spcBef>
                <a:spcPts val="0"/>
              </a:spcBef>
              <a:spcAft>
                <a:spcPts val="0"/>
              </a:spcAft>
              <a:buNone/>
            </a:pPr>
            <a:r>
              <a:t>Title sits upper right. Optional cutout upper left, people and recruitment below.</a:t>
            </a:r>
          </a:p>
          <a:p>
            <a:pPr marL="0" lvl="0" indent="0" algn="l">
              <a:spcBef>
                <a:spcPts val="0"/>
              </a:spcBef>
              <a:spcAft>
                <a:spcPts val="0"/>
              </a:spcAft>
              <a:buNone/>
            </a:pPr>
            <a:endParaRPr/>
          </a:p>
          <a:p>
            <a:pPr marL="0" lvl="0" indent="0" algn="l">
              <a:spcBef>
                <a:spcPts val="0"/>
              </a:spcBef>
              <a:spcAft>
                <a:spcPts val="0"/>
              </a:spcAft>
              <a:buNone/>
            </a:pPr>
            <a:r>
              <a:t>Draft based on the first clean version. Typography remains Space Grotesk at 60 / 28 / 20 px. Image and shader artwork intentionally left for the user. All page numbers remain at bottom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FA0E4529-B98C-498F-9A6E-F0DF902DCE69}"/>
              </a:ext>
            </a:extLst>
          </p:cNvPr>
          <p:cNvSpPr>
            <a:spLocks noGrp="1"/>
          </p:cNvSpPr>
          <p:nvPr>
            <p:ph type="ctrTitle"/>
          </p:nvPr>
        </p:nvSpPr>
        <p:spPr>
          <a:xfrm>
            <a:off x="228600" y="444150"/>
            <a:ext cx="7723200" cy="2430600"/>
          </a:xfrm>
          <a:prstGeom prst="rect">
            <a:avLst/>
          </a:prstGeom>
        </p:spPr>
        <p:txBody>
          <a:bodyPr spcFirstLastPara="1" wrap="square" lIns="91425" tIns="91425" rIns="91425" bIns="91425" anchor="b">
            <a:noAutofit/>
          </a:bodyPr>
          <a:lstStyle>
            <a:lvl1pPr>
              <a:spcBef>
                <a:spcPts val="0"/>
              </a:spcBef>
              <a:spcAft>
                <a:spcPts val="0"/>
              </a:spcAft>
              <a:buClr>
                <a:srgbClr val="191919"/>
              </a:buClr>
              <a:buSzPts val="5200"/>
              <a:buNone/>
              <a:defRPr sz="7700"/>
            </a:lvl1pPr>
            <a:lvl2pPr algn="ctr">
              <a:spcBef>
                <a:spcPts val="0"/>
              </a:spcBef>
              <a:spcAft>
                <a:spcPts val="0"/>
              </a:spcAft>
              <a:buClr>
                <a:srgbClr val="191919"/>
              </a:buClr>
              <a:buSzPts val="5200"/>
              <a:buNone/>
              <a:defRPr sz="5200">
                <a:solidFill>
                  <a:srgbClr val="191919"/>
                </a:solidFill>
              </a:defRPr>
            </a:lvl2pPr>
            <a:lvl3pPr algn="ctr">
              <a:spcBef>
                <a:spcPts val="0"/>
              </a:spcBef>
              <a:spcAft>
                <a:spcPts val="0"/>
              </a:spcAft>
              <a:buClr>
                <a:srgbClr val="191919"/>
              </a:buClr>
              <a:buSzPts val="5200"/>
              <a:buNone/>
              <a:defRPr sz="5200">
                <a:solidFill>
                  <a:srgbClr val="191919"/>
                </a:solidFill>
              </a:defRPr>
            </a:lvl3pPr>
            <a:lvl4pPr algn="ctr">
              <a:spcBef>
                <a:spcPts val="0"/>
              </a:spcBef>
              <a:spcAft>
                <a:spcPts val="0"/>
              </a:spcAft>
              <a:buClr>
                <a:srgbClr val="191919"/>
              </a:buClr>
              <a:buSzPts val="5200"/>
              <a:buNone/>
              <a:defRPr sz="5200">
                <a:solidFill>
                  <a:srgbClr val="191919"/>
                </a:solidFill>
              </a:defRPr>
            </a:lvl4pPr>
            <a:lvl5pPr algn="ctr">
              <a:spcBef>
                <a:spcPts val="0"/>
              </a:spcBef>
              <a:spcAft>
                <a:spcPts val="0"/>
              </a:spcAft>
              <a:buClr>
                <a:srgbClr val="191919"/>
              </a:buClr>
              <a:buSzPts val="5200"/>
              <a:buNone/>
              <a:defRPr sz="5200">
                <a:solidFill>
                  <a:srgbClr val="191919"/>
                </a:solidFill>
              </a:defRPr>
            </a:lvl5pPr>
            <a:lvl6pPr algn="ctr">
              <a:spcBef>
                <a:spcPts val="0"/>
              </a:spcBef>
              <a:spcAft>
                <a:spcPts val="0"/>
              </a:spcAft>
              <a:buClr>
                <a:srgbClr val="191919"/>
              </a:buClr>
              <a:buSzPts val="5200"/>
              <a:buNone/>
              <a:defRPr sz="5200">
                <a:solidFill>
                  <a:srgbClr val="191919"/>
                </a:solidFill>
              </a:defRPr>
            </a:lvl6pPr>
            <a:lvl7pPr algn="ctr">
              <a:spcBef>
                <a:spcPts val="0"/>
              </a:spcBef>
              <a:spcAft>
                <a:spcPts val="0"/>
              </a:spcAft>
              <a:buClr>
                <a:srgbClr val="191919"/>
              </a:buClr>
              <a:buSzPts val="5200"/>
              <a:buNone/>
              <a:defRPr sz="5200">
                <a:solidFill>
                  <a:srgbClr val="191919"/>
                </a:solidFill>
              </a:defRPr>
            </a:lvl7pPr>
            <a:lvl8pPr algn="ctr">
              <a:spcBef>
                <a:spcPts val="0"/>
              </a:spcBef>
              <a:spcAft>
                <a:spcPts val="0"/>
              </a:spcAft>
              <a:buClr>
                <a:srgbClr val="191919"/>
              </a:buClr>
              <a:buSzPts val="5200"/>
              <a:buNone/>
              <a:defRPr sz="5200">
                <a:solidFill>
                  <a:srgbClr val="191919"/>
                </a:solidFill>
              </a:defRPr>
            </a:lvl8pPr>
            <a:lvl9pPr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a:extLst>
              <a:ext uri="{FF2B5EF4-FFF2-40B4-BE49-F238E27FC236}">
                <a16:creationId xmlns:a16="http://schemas.microsoft.com/office/drawing/2014/main" id="{28D25DB5-C8D6-4328-9829-F98D5E87A15E}"/>
              </a:ext>
            </a:extLst>
          </p:cNvPr>
          <p:cNvSpPr>
            <a:spLocks noGrp="1"/>
          </p:cNvSpPr>
          <p:nvPr>
            <p:ph type="subTitle" idx="1"/>
          </p:nvPr>
        </p:nvSpPr>
        <p:spPr>
          <a:xfrm>
            <a:off x="2672050" y="3009750"/>
            <a:ext cx="6243300" cy="828900"/>
          </a:xfrm>
          <a:prstGeom prst="rect">
            <a:avLst/>
          </a:prstGeom>
        </p:spPr>
        <p:txBody>
          <a:bodyPr spcFirstLastPara="1" wrap="square" lIns="91425" tIns="91425" rIns="91425" bIns="91425" anchor="b">
            <a:noAutofit/>
          </a:bodyPr>
          <a:lstStyle>
            <a:lvl1pPr algn="r">
              <a:lnSpc>
                <a:spcPct val="100000"/>
              </a:lnSpc>
              <a:spcBef>
                <a:spcPts val="0"/>
              </a:spcBef>
              <a:spcAft>
                <a:spcPts val="0"/>
              </a:spcAft>
              <a:buSzPts val="1200"/>
              <a:buNone/>
              <a:defRPr sz="1600">
                <a:solidFill>
                  <a:schemeClr val="dk1"/>
                </a:solidFill>
              </a:defRPr>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2" name="Google Shape;12;p3">
            <a:extLst>
              <a:ext uri="{FF2B5EF4-FFF2-40B4-BE49-F238E27FC236}">
                <a16:creationId xmlns:a16="http://schemas.microsoft.com/office/drawing/2014/main" id="{CD1A7815-38D7-49CF-8BDD-8E0175A2BA6C}"/>
              </a:ext>
            </a:extLst>
          </p:cNvPr>
          <p:cNvSpPr>
            <a:spLocks noGrp="1"/>
          </p:cNvSpPr>
          <p:nvPr>
            <p:ph type="title"/>
          </p:nvPr>
        </p:nvSpPr>
        <p:spPr>
          <a:xfrm>
            <a:off x="228600" y="766500"/>
            <a:ext cx="6204300" cy="2930400"/>
          </a:xfrm>
          <a:prstGeom prst="rect">
            <a:avLst/>
          </a:prstGeom>
        </p:spPr>
        <p:txBody>
          <a:bodyPr spcFirstLastPara="1" wrap="square" lIns="91425" tIns="91425" rIns="91425" bIns="91425" anchor="b">
            <a:noAutofit/>
          </a:bodyPr>
          <a:lstStyle>
            <a:lvl1pPr>
              <a:spcBef>
                <a:spcPts val="0"/>
              </a:spcBef>
              <a:spcAft>
                <a:spcPts val="0"/>
              </a:spcAft>
              <a:buSzPts val="3600"/>
              <a:buNone/>
              <a:defRPr sz="52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3" name="Google Shape;13;p3">
            <a:extLst>
              <a:ext uri="{FF2B5EF4-FFF2-40B4-BE49-F238E27FC236}">
                <a16:creationId xmlns:a16="http://schemas.microsoft.com/office/drawing/2014/main" id="{3C0021BB-026C-4D95-A80B-854898CDD87F}"/>
              </a:ext>
            </a:extLst>
          </p:cNvPr>
          <p:cNvSpPr>
            <a:spLocks noGrp="1"/>
          </p:cNvSpPr>
          <p:nvPr>
            <p:ph type="title" idx="2" hasCustomPrompt="1"/>
          </p:nvPr>
        </p:nvSpPr>
        <p:spPr>
          <a:xfrm>
            <a:off x="7263300" y="803100"/>
            <a:ext cx="1652100" cy="1108200"/>
          </a:xfrm>
          <a:prstGeom prst="rect">
            <a:avLst/>
          </a:prstGeom>
          <a:noFill/>
        </p:spPr>
        <p:txBody>
          <a:bodyPr spcFirstLastPara="1" wrap="square" lIns="91425" tIns="91425" rIns="91425" bIns="91425" anchor="b">
            <a:noAutofit/>
          </a:bodyPr>
          <a:lstStyle>
            <a:lvl1pPr algn="r">
              <a:spcBef>
                <a:spcPts val="0"/>
              </a:spcBef>
              <a:spcAft>
                <a:spcPts val="0"/>
              </a:spcAft>
              <a:buClr>
                <a:schemeClr val="lt1"/>
              </a:buClr>
              <a:buSzPts val="6000"/>
              <a:buNone/>
              <a:defRPr sz="6000">
                <a:solidFill>
                  <a:schemeClr val="accent1"/>
                </a:solidFill>
              </a:defRPr>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a:extLst>
              <a:ext uri="{FF2B5EF4-FFF2-40B4-BE49-F238E27FC236}">
                <a16:creationId xmlns:a16="http://schemas.microsoft.com/office/drawing/2014/main" id="{A84B83BF-2BA5-4C93-AFE8-DE4D4102F457}"/>
              </a:ext>
            </a:extLst>
          </p:cNvPr>
          <p:cNvSpPr>
            <a:spLocks noGrp="1"/>
          </p:cNvSpPr>
          <p:nvPr>
            <p:ph type="subTitle" idx="1"/>
          </p:nvPr>
        </p:nvSpPr>
        <p:spPr>
          <a:xfrm>
            <a:off x="228600" y="3940200"/>
            <a:ext cx="6505200" cy="400200"/>
          </a:xfrm>
          <a:prstGeom prst="rect">
            <a:avLst/>
          </a:prstGeom>
        </p:spPr>
        <p:txBody>
          <a:bodyPr spcFirstLastPara="1" wrap="square" lIns="91425" tIns="91425" rIns="91425" bIns="91425" anchor="b">
            <a:noAutofit/>
          </a:bodyPr>
          <a:lstStyle>
            <a:lvl1pPr>
              <a:lnSpc>
                <a:spcPct val="100000"/>
              </a:lnSpc>
              <a:spcBef>
                <a:spcPts val="0"/>
              </a:spcBef>
              <a:spcAft>
                <a:spcPts val="0"/>
              </a:spcAft>
              <a:buSzPts val="1400"/>
              <a:buNone/>
              <a:defRPr sz="1400"/>
            </a:lvl1pPr>
            <a:lvl2pPr algn="ctr">
              <a:lnSpc>
                <a:spcPct val="100000"/>
              </a:lnSpc>
              <a:spcBef>
                <a:spcPts val="0"/>
              </a:spcBef>
              <a:spcAft>
                <a:spcPts val="0"/>
              </a:spcAft>
              <a:buSzPts val="1400"/>
              <a:buNone/>
              <a:defRPr sz="1400"/>
            </a:lvl2pPr>
            <a:lvl3pPr algn="ctr">
              <a:lnSpc>
                <a:spcPct val="100000"/>
              </a:lnSpc>
              <a:spcBef>
                <a:spcPts val="0"/>
              </a:spcBef>
              <a:spcAft>
                <a:spcPts val="0"/>
              </a:spcAft>
              <a:buSzPts val="1400"/>
              <a:buNone/>
              <a:defRPr sz="1400"/>
            </a:lvl3pPr>
            <a:lvl4pPr algn="ctr">
              <a:lnSpc>
                <a:spcPct val="100000"/>
              </a:lnSpc>
              <a:spcBef>
                <a:spcPts val="0"/>
              </a:spcBef>
              <a:spcAft>
                <a:spcPts val="0"/>
              </a:spcAft>
              <a:buSzPts val="1400"/>
              <a:buNone/>
              <a:defRPr sz="1400"/>
            </a:lvl4pPr>
            <a:lvl5pPr algn="ctr">
              <a:lnSpc>
                <a:spcPct val="100000"/>
              </a:lnSpc>
              <a:spcBef>
                <a:spcPts val="0"/>
              </a:spcBef>
              <a:spcAft>
                <a:spcPts val="0"/>
              </a:spcAft>
              <a:buSzPts val="1400"/>
              <a:buNone/>
              <a:defRPr sz="1400"/>
            </a:lvl5pPr>
            <a:lvl6pPr algn="ctr">
              <a:lnSpc>
                <a:spcPct val="100000"/>
              </a:lnSpc>
              <a:spcBef>
                <a:spcPts val="0"/>
              </a:spcBef>
              <a:spcAft>
                <a:spcPts val="0"/>
              </a:spcAft>
              <a:buSzPts val="1400"/>
              <a:buNone/>
              <a:defRPr sz="1400"/>
            </a:lvl6pPr>
            <a:lvl7pPr algn="ctr">
              <a:lnSpc>
                <a:spcPct val="100000"/>
              </a:lnSpc>
              <a:spcBef>
                <a:spcPts val="0"/>
              </a:spcBef>
              <a:spcAft>
                <a:spcPts val="0"/>
              </a:spcAft>
              <a:buSzPts val="1400"/>
              <a:buNone/>
              <a:defRPr sz="1400"/>
            </a:lvl7pPr>
            <a:lvl8pPr algn="ctr">
              <a:lnSpc>
                <a:spcPct val="100000"/>
              </a:lnSpc>
              <a:spcBef>
                <a:spcPts val="0"/>
              </a:spcBef>
              <a:spcAft>
                <a:spcPts val="0"/>
              </a:spcAft>
              <a:buSzPts val="1400"/>
              <a:buNone/>
              <a:defRPr sz="1400"/>
            </a:lvl8pPr>
            <a:lvl9pPr algn="ctr">
              <a:lnSpc>
                <a:spcPct val="100000"/>
              </a:lnSpc>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6" name="Google Shape;16;p4">
            <a:extLst>
              <a:ext uri="{FF2B5EF4-FFF2-40B4-BE49-F238E27FC236}">
                <a16:creationId xmlns:a16="http://schemas.microsoft.com/office/drawing/2014/main" id="{EC883E56-82FF-46F4-8F89-970C60D10B36}"/>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17" name="Google Shape;17;p4">
            <a:extLst>
              <a:ext uri="{FF2B5EF4-FFF2-40B4-BE49-F238E27FC236}">
                <a16:creationId xmlns:a16="http://schemas.microsoft.com/office/drawing/2014/main" id="{988D6AC3-4ED9-4F0B-BCDC-2D47E8F4004F}"/>
              </a:ext>
            </a:extLst>
          </p:cNvPr>
          <p:cNvSpPr>
            <a:spLocks noGrp="1"/>
          </p:cNvSpPr>
          <p:nvPr>
            <p:ph type="body" idx="1"/>
          </p:nvPr>
        </p:nvSpPr>
        <p:spPr>
          <a:xfrm>
            <a:off x="720000" y="1215752"/>
            <a:ext cx="7704000" cy="3416400"/>
          </a:xfrm>
          <a:prstGeom prst="rect">
            <a:avLst/>
          </a:prstGeom>
        </p:spPr>
        <p:txBody>
          <a:bodyPr spcFirstLastPara="1" wrap="square" lIns="91425" tIns="91425" rIns="91425" bIns="91425" anchor="t">
            <a:noAutofit/>
          </a:bodyPr>
          <a:lstStyle>
            <a:lvl1pPr marL="457200" indent="-304800">
              <a:spcBef>
                <a:spcPts val="0"/>
              </a:spcBef>
              <a:spcAft>
                <a:spcPts val="0"/>
              </a:spcAft>
              <a:buSzPts val="1200"/>
              <a:buFont typeface="Nunito Light"/>
              <a:buChar char="●"/>
              <a:defRPr/>
            </a:lvl1pPr>
            <a:lvl2pPr marL="914400" indent="-304800">
              <a:lnSpc>
                <a:spcPct val="100000"/>
              </a:lnSpc>
              <a:spcBef>
                <a:spcPts val="0"/>
              </a:spcBef>
              <a:spcAft>
                <a:spcPts val="0"/>
              </a:spcAft>
              <a:buSzPts val="1200"/>
              <a:buFont typeface="Nunito Light"/>
              <a:buChar char="○"/>
              <a:defRPr/>
            </a:lvl2pPr>
            <a:lvl3pPr marL="1371600" indent="-304800">
              <a:lnSpc>
                <a:spcPct val="100000"/>
              </a:lnSpc>
              <a:spcBef>
                <a:spcPts val="0"/>
              </a:spcBef>
              <a:spcAft>
                <a:spcPts val="0"/>
              </a:spcAft>
              <a:buSzPts val="1200"/>
              <a:buFont typeface="Nunito Light"/>
              <a:buChar char="■"/>
              <a:defRPr/>
            </a:lvl3pPr>
            <a:lvl4pPr marL="1828800" indent="-304800">
              <a:lnSpc>
                <a:spcPct val="100000"/>
              </a:lnSpc>
              <a:spcBef>
                <a:spcPts val="0"/>
              </a:spcBef>
              <a:spcAft>
                <a:spcPts val="0"/>
              </a:spcAft>
              <a:buSzPts val="1200"/>
              <a:buFont typeface="Nunito Light"/>
              <a:buChar char="●"/>
              <a:defRPr/>
            </a:lvl4pPr>
            <a:lvl5pPr marL="2286000" indent="-304800">
              <a:lnSpc>
                <a:spcPct val="100000"/>
              </a:lnSpc>
              <a:spcBef>
                <a:spcPts val="0"/>
              </a:spcBef>
              <a:spcAft>
                <a:spcPts val="0"/>
              </a:spcAft>
              <a:buSzPts val="1200"/>
              <a:buFont typeface="Nunito Light"/>
              <a:buChar char="○"/>
              <a:defRPr/>
            </a:lvl5pPr>
            <a:lvl6pPr marL="2743200" indent="-304800">
              <a:lnSpc>
                <a:spcPct val="100000"/>
              </a:lnSpc>
              <a:spcBef>
                <a:spcPts val="0"/>
              </a:spcBef>
              <a:spcAft>
                <a:spcPts val="0"/>
              </a:spcAft>
              <a:buSzPts val="1200"/>
              <a:buFont typeface="Nunito Light"/>
              <a:buChar char="■"/>
              <a:defRPr/>
            </a:lvl6pPr>
            <a:lvl7pPr marL="3200400" indent="-304800">
              <a:lnSpc>
                <a:spcPct val="100000"/>
              </a:lnSpc>
              <a:spcBef>
                <a:spcPts val="0"/>
              </a:spcBef>
              <a:spcAft>
                <a:spcPts val="0"/>
              </a:spcAft>
              <a:buSzPts val="1200"/>
              <a:buFont typeface="Nunito Light"/>
              <a:buChar char="●"/>
              <a:defRPr/>
            </a:lvl7pPr>
            <a:lvl8pPr marL="3657600" indent="-304800">
              <a:lnSpc>
                <a:spcPct val="100000"/>
              </a:lnSpc>
              <a:spcBef>
                <a:spcPts val="0"/>
              </a:spcBef>
              <a:spcAft>
                <a:spcPts val="0"/>
              </a:spcAft>
              <a:buSzPts val="1200"/>
              <a:buFont typeface="Nunito Light"/>
              <a:buChar char="○"/>
              <a:defRPr/>
            </a:lvl8pPr>
            <a:lvl9pPr marL="4114800" indent="-30480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19" name="Google Shape;19;p5">
            <a:extLst>
              <a:ext uri="{FF2B5EF4-FFF2-40B4-BE49-F238E27FC236}">
                <a16:creationId xmlns:a16="http://schemas.microsoft.com/office/drawing/2014/main" id="{88ABF95D-10D4-4438-86D7-4B62875C2783}"/>
              </a:ext>
            </a:extLst>
          </p:cNvPr>
          <p:cNvSpPr>
            <a:spLocks noGrp="1"/>
          </p:cNvSpPr>
          <p:nvPr>
            <p:ph type="title"/>
          </p:nvPr>
        </p:nvSpPr>
        <p:spPr>
          <a:xfrm>
            <a:off x="228600" y="228600"/>
            <a:ext cx="8686800" cy="572700"/>
          </a:xfrm>
          <a:prstGeom prst="rect">
            <a:avLst/>
          </a:prstGeom>
        </p:spPr>
        <p:txBody>
          <a:bodyPr spcFirstLastPara="1" wrap="square" lIns="91425" tIns="91425" rIns="91425" bIns="91425" anchor="t">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20" name="Google Shape;20;p5">
            <a:extLst>
              <a:ext uri="{FF2B5EF4-FFF2-40B4-BE49-F238E27FC236}">
                <a16:creationId xmlns:a16="http://schemas.microsoft.com/office/drawing/2014/main" id="{15C056B1-4116-42DA-A10A-3E1C888EE3A1}"/>
              </a:ext>
            </a:extLst>
          </p:cNvPr>
          <p:cNvSpPr>
            <a:spLocks noGrp="1"/>
          </p:cNvSpPr>
          <p:nvPr>
            <p:ph type="subTitle" idx="1"/>
          </p:nvPr>
        </p:nvSpPr>
        <p:spPr>
          <a:xfrm>
            <a:off x="4408725" y="3456300"/>
            <a:ext cx="4506600" cy="923400"/>
          </a:xfrm>
          <a:prstGeom prst="rect">
            <a:avLst/>
          </a:prstGeom>
        </p:spPr>
        <p:txBody>
          <a:bodyPr spcFirstLastPara="1" wrap="square" lIns="91425" tIns="91425" rIns="91425" bIns="91425" anchor="t">
            <a:noAutofit/>
          </a:bodyPr>
          <a:lstStyle>
            <a:lvl1pPr algn="r">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21" name="Google Shape;21;p5">
            <a:extLst>
              <a:ext uri="{FF2B5EF4-FFF2-40B4-BE49-F238E27FC236}">
                <a16:creationId xmlns:a16="http://schemas.microsoft.com/office/drawing/2014/main" id="{50F6D354-7150-404D-82B6-859A83D997E5}"/>
              </a:ext>
            </a:extLst>
          </p:cNvPr>
          <p:cNvSpPr>
            <a:spLocks noGrp="1"/>
          </p:cNvSpPr>
          <p:nvPr>
            <p:ph type="subTitle" idx="2"/>
          </p:nvPr>
        </p:nvSpPr>
        <p:spPr>
          <a:xfrm>
            <a:off x="228622" y="1397700"/>
            <a:ext cx="8686800" cy="923400"/>
          </a:xfrm>
          <a:prstGeom prst="rect">
            <a:avLst/>
          </a:prstGeom>
        </p:spPr>
        <p:txBody>
          <a:bodyPr spcFirstLastPara="1" wrap="square" lIns="91425" tIns="91425" rIns="91425" bIns="91425" anchor="t">
            <a:noAutofit/>
          </a:bodyPr>
          <a:lstStyle>
            <a:lvl1pPr>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22" name="Google Shape;22;p5">
            <a:extLst>
              <a:ext uri="{FF2B5EF4-FFF2-40B4-BE49-F238E27FC236}">
                <a16:creationId xmlns:a16="http://schemas.microsoft.com/office/drawing/2014/main" id="{8B3B1F3E-2103-408F-AAA7-3FC477BDAFBA}"/>
              </a:ext>
            </a:extLst>
          </p:cNvPr>
          <p:cNvSpPr>
            <a:spLocks noGrp="1"/>
          </p:cNvSpPr>
          <p:nvPr>
            <p:ph type="subTitle" idx="3"/>
          </p:nvPr>
        </p:nvSpPr>
        <p:spPr>
          <a:xfrm>
            <a:off x="228600" y="1042800"/>
            <a:ext cx="8686800" cy="431100"/>
          </a:xfrm>
          <a:prstGeom prst="rect">
            <a:avLst/>
          </a:prstGeom>
        </p:spPr>
        <p:txBody>
          <a:bodyPr spcFirstLastPara="1" wrap="square" lIns="91425" tIns="91425" rIns="91425" bIns="91425" anchor="b">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400"/>
              <a:buFont typeface="Space Grotesk"/>
              <a:buNone/>
              <a:defRPr sz="2400">
                <a:latin typeface="Space Grotesk"/>
                <a:ea typeface="Space Grotesk"/>
                <a:cs typeface="Space Grotesk"/>
              </a:defRPr>
            </a:lvl2pPr>
            <a:lvl3pPr algn="ctr">
              <a:lnSpc>
                <a:spcPct val="100000"/>
              </a:lnSpc>
              <a:spcBef>
                <a:spcPts val="0"/>
              </a:spcBef>
              <a:spcAft>
                <a:spcPts val="0"/>
              </a:spcAft>
              <a:buSzPts val="2400"/>
              <a:buFont typeface="Space Grotesk"/>
              <a:buNone/>
              <a:defRPr sz="2400">
                <a:latin typeface="Space Grotesk"/>
                <a:ea typeface="Space Grotesk"/>
                <a:cs typeface="Space Grotesk"/>
              </a:defRPr>
            </a:lvl3pPr>
            <a:lvl4pPr algn="ctr">
              <a:lnSpc>
                <a:spcPct val="100000"/>
              </a:lnSpc>
              <a:spcBef>
                <a:spcPts val="0"/>
              </a:spcBef>
              <a:spcAft>
                <a:spcPts val="0"/>
              </a:spcAft>
              <a:buSzPts val="2400"/>
              <a:buFont typeface="Space Grotesk"/>
              <a:buNone/>
              <a:defRPr sz="2400">
                <a:latin typeface="Space Grotesk"/>
                <a:ea typeface="Space Grotesk"/>
                <a:cs typeface="Space Grotesk"/>
              </a:defRPr>
            </a:lvl4pPr>
            <a:lvl5pPr algn="ctr">
              <a:lnSpc>
                <a:spcPct val="100000"/>
              </a:lnSpc>
              <a:spcBef>
                <a:spcPts val="0"/>
              </a:spcBef>
              <a:spcAft>
                <a:spcPts val="0"/>
              </a:spcAft>
              <a:buSzPts val="2400"/>
              <a:buFont typeface="Space Grotesk"/>
              <a:buNone/>
              <a:defRPr sz="2400">
                <a:latin typeface="Space Grotesk"/>
                <a:ea typeface="Space Grotesk"/>
                <a:cs typeface="Space Grotesk"/>
              </a:defRPr>
            </a:lvl5pPr>
            <a:lvl6pPr algn="ctr">
              <a:lnSpc>
                <a:spcPct val="100000"/>
              </a:lnSpc>
              <a:spcBef>
                <a:spcPts val="0"/>
              </a:spcBef>
              <a:spcAft>
                <a:spcPts val="0"/>
              </a:spcAft>
              <a:buSzPts val="2400"/>
              <a:buFont typeface="Space Grotesk"/>
              <a:buNone/>
              <a:defRPr sz="2400">
                <a:latin typeface="Space Grotesk"/>
                <a:ea typeface="Space Grotesk"/>
                <a:cs typeface="Space Grotesk"/>
              </a:defRPr>
            </a:lvl6pPr>
            <a:lvl7pPr algn="ctr">
              <a:lnSpc>
                <a:spcPct val="100000"/>
              </a:lnSpc>
              <a:spcBef>
                <a:spcPts val="0"/>
              </a:spcBef>
              <a:spcAft>
                <a:spcPts val="0"/>
              </a:spcAft>
              <a:buSzPts val="2400"/>
              <a:buFont typeface="Space Grotesk"/>
              <a:buNone/>
              <a:defRPr sz="2400">
                <a:latin typeface="Space Grotesk"/>
                <a:ea typeface="Space Grotesk"/>
                <a:cs typeface="Space Grotesk"/>
              </a:defRPr>
            </a:lvl7pPr>
            <a:lvl8pPr algn="ctr">
              <a:lnSpc>
                <a:spcPct val="100000"/>
              </a:lnSpc>
              <a:spcBef>
                <a:spcPts val="0"/>
              </a:spcBef>
              <a:spcAft>
                <a:spcPts val="0"/>
              </a:spcAft>
              <a:buSzPts val="2400"/>
              <a:buFont typeface="Space Grotesk"/>
              <a:buNone/>
              <a:defRPr sz="2400">
                <a:latin typeface="Space Grotesk"/>
                <a:ea typeface="Space Grotesk"/>
                <a:cs typeface="Space Grotesk"/>
              </a:defRPr>
            </a:lvl8pPr>
            <a:lvl9pPr algn="ct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23" name="Google Shape;23;p5">
            <a:extLst>
              <a:ext uri="{FF2B5EF4-FFF2-40B4-BE49-F238E27FC236}">
                <a16:creationId xmlns:a16="http://schemas.microsoft.com/office/drawing/2014/main" id="{A5F7F4A8-5335-4F34-B6BA-F0E5FCB3451A}"/>
              </a:ext>
            </a:extLst>
          </p:cNvPr>
          <p:cNvSpPr>
            <a:spLocks noGrp="1"/>
          </p:cNvSpPr>
          <p:nvPr>
            <p:ph type="subTitle" idx="4"/>
          </p:nvPr>
        </p:nvSpPr>
        <p:spPr>
          <a:xfrm>
            <a:off x="4408771" y="3101400"/>
            <a:ext cx="4506600" cy="431100"/>
          </a:xfrm>
          <a:prstGeom prst="rect">
            <a:avLst/>
          </a:prstGeom>
        </p:spPr>
        <p:txBody>
          <a:bodyPr spcFirstLastPara="1" wrap="square" lIns="91425" tIns="91425" rIns="91425" bIns="91425" anchor="b">
            <a:noAutofit/>
          </a:bodyPr>
          <a:lstStyle>
            <a:lvl1pPr algn="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400"/>
              <a:buFont typeface="Space Grotesk"/>
              <a:buNone/>
              <a:defRPr sz="2400">
                <a:latin typeface="Space Grotesk"/>
                <a:ea typeface="Space Grotesk"/>
                <a:cs typeface="Space Grotesk"/>
              </a:defRPr>
            </a:lvl2pPr>
            <a:lvl3pPr algn="ctr">
              <a:lnSpc>
                <a:spcPct val="100000"/>
              </a:lnSpc>
              <a:spcBef>
                <a:spcPts val="0"/>
              </a:spcBef>
              <a:spcAft>
                <a:spcPts val="0"/>
              </a:spcAft>
              <a:buSzPts val="2400"/>
              <a:buFont typeface="Space Grotesk"/>
              <a:buNone/>
              <a:defRPr sz="2400">
                <a:latin typeface="Space Grotesk"/>
                <a:ea typeface="Space Grotesk"/>
                <a:cs typeface="Space Grotesk"/>
              </a:defRPr>
            </a:lvl3pPr>
            <a:lvl4pPr algn="ctr">
              <a:lnSpc>
                <a:spcPct val="100000"/>
              </a:lnSpc>
              <a:spcBef>
                <a:spcPts val="0"/>
              </a:spcBef>
              <a:spcAft>
                <a:spcPts val="0"/>
              </a:spcAft>
              <a:buSzPts val="2400"/>
              <a:buFont typeface="Space Grotesk"/>
              <a:buNone/>
              <a:defRPr sz="2400">
                <a:latin typeface="Space Grotesk"/>
                <a:ea typeface="Space Grotesk"/>
                <a:cs typeface="Space Grotesk"/>
              </a:defRPr>
            </a:lvl4pPr>
            <a:lvl5pPr algn="ctr">
              <a:lnSpc>
                <a:spcPct val="100000"/>
              </a:lnSpc>
              <a:spcBef>
                <a:spcPts val="0"/>
              </a:spcBef>
              <a:spcAft>
                <a:spcPts val="0"/>
              </a:spcAft>
              <a:buSzPts val="2400"/>
              <a:buFont typeface="Space Grotesk"/>
              <a:buNone/>
              <a:defRPr sz="2400">
                <a:latin typeface="Space Grotesk"/>
                <a:ea typeface="Space Grotesk"/>
                <a:cs typeface="Space Grotesk"/>
              </a:defRPr>
            </a:lvl5pPr>
            <a:lvl6pPr algn="ctr">
              <a:lnSpc>
                <a:spcPct val="100000"/>
              </a:lnSpc>
              <a:spcBef>
                <a:spcPts val="0"/>
              </a:spcBef>
              <a:spcAft>
                <a:spcPts val="0"/>
              </a:spcAft>
              <a:buSzPts val="2400"/>
              <a:buFont typeface="Space Grotesk"/>
              <a:buNone/>
              <a:defRPr sz="2400">
                <a:latin typeface="Space Grotesk"/>
                <a:ea typeface="Space Grotesk"/>
                <a:cs typeface="Space Grotesk"/>
              </a:defRPr>
            </a:lvl6pPr>
            <a:lvl7pPr algn="ctr">
              <a:lnSpc>
                <a:spcPct val="100000"/>
              </a:lnSpc>
              <a:spcBef>
                <a:spcPts val="0"/>
              </a:spcBef>
              <a:spcAft>
                <a:spcPts val="0"/>
              </a:spcAft>
              <a:buSzPts val="2400"/>
              <a:buFont typeface="Space Grotesk"/>
              <a:buNone/>
              <a:defRPr sz="2400">
                <a:latin typeface="Space Grotesk"/>
                <a:ea typeface="Space Grotesk"/>
                <a:cs typeface="Space Grotesk"/>
              </a:defRPr>
            </a:lvl7pPr>
            <a:lvl8pPr algn="ctr">
              <a:lnSpc>
                <a:spcPct val="100000"/>
              </a:lnSpc>
              <a:spcBef>
                <a:spcPts val="0"/>
              </a:spcBef>
              <a:spcAft>
                <a:spcPts val="0"/>
              </a:spcAft>
              <a:buSzPts val="2400"/>
              <a:buFont typeface="Space Grotesk"/>
              <a:buNone/>
              <a:defRPr sz="2400">
                <a:latin typeface="Space Grotesk"/>
                <a:ea typeface="Space Grotesk"/>
                <a:cs typeface="Space Grotesk"/>
              </a:defRPr>
            </a:lvl8pPr>
            <a:lvl9pPr algn="ct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24" name="Google Shape;24;p5">
            <a:extLst>
              <a:ext uri="{FF2B5EF4-FFF2-40B4-BE49-F238E27FC236}">
                <a16:creationId xmlns:a16="http://schemas.microsoft.com/office/drawing/2014/main" id="{0F3DC490-A5CB-48DC-AFF3-8F137FBCD144}"/>
              </a:ext>
            </a:extLst>
          </p:cNvPr>
          <p:cNvSpPr>
            <a:spLocks noGrp="1"/>
          </p:cNvSpPr>
          <p:nvPr>
            <p:ph type="pic" idx="5"/>
          </p:nvPr>
        </p:nvSpPr>
        <p:spPr>
          <a:xfrm flipH="1">
            <a:off x="228599" y="2807700"/>
            <a:ext cx="3693600" cy="1865700"/>
          </a:xfrm>
          <a:prstGeom prst="rect">
            <a:avLst/>
          </a:prstGeom>
          <a:noFill/>
          <a:ln w="9525" cmpd="sng">
            <a:solidFill>
              <a:schemeClr val="dk1"/>
            </a:solidFill>
            <a:prstDash val="solid"/>
            <a:headEnd type="none" w="sm" len="sm"/>
            <a:tailEnd type="none" w="sm" len="sm"/>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089336FC-31C6-4CAE-9B54-261D2B418305}"/>
              </a:ext>
            </a:extLst>
          </p:cNvPr>
          <p:cNvSpPr>
            <a:spLocks noGrp="1"/>
          </p:cNvSpPr>
          <p:nvPr>
            <p:ph type="title"/>
          </p:nvPr>
        </p:nvSpPr>
        <p:spPr>
          <a:xfrm>
            <a:off x="228600" y="228600"/>
            <a:ext cx="8686800" cy="572700"/>
          </a:xfrm>
          <a:prstGeom prst="rect">
            <a:avLst/>
          </a:prstGeom>
        </p:spPr>
        <p:txBody>
          <a:bodyPr spcFirstLastPara="1" wrap="square" lIns="91425" tIns="91425" rIns="91425" bIns="91425" anchor="t">
            <a:noAutofit/>
          </a:bodyPr>
          <a:lstStyle>
            <a:lvl1pPr algn="ct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28" name="Google Shape;28;p7">
            <a:extLst>
              <a:ext uri="{FF2B5EF4-FFF2-40B4-BE49-F238E27FC236}">
                <a16:creationId xmlns:a16="http://schemas.microsoft.com/office/drawing/2014/main" id="{1670F18D-2D49-47C8-ADB2-C7FF49A3D70D}"/>
              </a:ext>
            </a:extLst>
          </p:cNvPr>
          <p:cNvSpPr>
            <a:spLocks noGrp="1"/>
          </p:cNvSpPr>
          <p:nvPr>
            <p:ph type="title"/>
          </p:nvPr>
        </p:nvSpPr>
        <p:spPr>
          <a:xfrm>
            <a:off x="720000" y="445019"/>
            <a:ext cx="4763700" cy="572700"/>
          </a:xfrm>
          <a:prstGeom prst="rect">
            <a:avLst/>
          </a:prstGeom>
        </p:spPr>
        <p:txBody>
          <a:bodyPr spcFirstLastPara="1" wrap="square" lIns="91425" tIns="91425" rIns="91425" bIns="91425" anchor="t">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29" name="Google Shape;29;p7">
            <a:extLst>
              <a:ext uri="{FF2B5EF4-FFF2-40B4-BE49-F238E27FC236}">
                <a16:creationId xmlns:a16="http://schemas.microsoft.com/office/drawing/2014/main" id="{4A57C320-F42B-447C-9FEC-10F46C0D7AD5}"/>
              </a:ext>
            </a:extLst>
          </p:cNvPr>
          <p:cNvSpPr>
            <a:spLocks noGrp="1"/>
          </p:cNvSpPr>
          <p:nvPr>
            <p:ph type="subTitle" idx="1"/>
          </p:nvPr>
        </p:nvSpPr>
        <p:spPr>
          <a:xfrm>
            <a:off x="713225" y="1790975"/>
            <a:ext cx="4294800" cy="1908900"/>
          </a:xfrm>
          <a:prstGeom prst="rect">
            <a:avLst/>
          </a:prstGeom>
        </p:spPr>
        <p:txBody>
          <a:bodyPr spcFirstLastPara="1" wrap="square" lIns="91425" tIns="91425" rIns="91425" bIns="91425" anchor="t">
            <a:noAutofit/>
          </a:bodyPr>
          <a:lstStyle>
            <a:lvl1pPr>
              <a:spcBef>
                <a:spcPts val="0"/>
              </a:spcBef>
              <a:spcAft>
                <a:spcPts val="0"/>
              </a:spcAft>
              <a:buSzPts val="1600"/>
              <a:buFont typeface="Open Sans Light"/>
              <a:buChar char="●"/>
              <a:defRPr/>
            </a:lvl1pPr>
            <a:lvl2pPr algn="ctr">
              <a:lnSpc>
                <a:spcPct val="100000"/>
              </a:lnSpc>
              <a:spcBef>
                <a:spcPts val="0"/>
              </a:spcBef>
              <a:spcAft>
                <a:spcPts val="0"/>
              </a:spcAft>
              <a:buClr>
                <a:srgbClr val="E76A28"/>
              </a:buClr>
              <a:buSzPts val="1600"/>
              <a:buFont typeface="Nunito Light"/>
              <a:buChar char="○"/>
              <a:defRPr/>
            </a:lvl2pPr>
            <a:lvl3pPr algn="ctr">
              <a:lnSpc>
                <a:spcPct val="100000"/>
              </a:lnSpc>
              <a:spcBef>
                <a:spcPts val="0"/>
              </a:spcBef>
              <a:spcAft>
                <a:spcPts val="0"/>
              </a:spcAft>
              <a:buClr>
                <a:srgbClr val="E76A28"/>
              </a:buClr>
              <a:buSzPts val="1500"/>
              <a:buFont typeface="Nunito Light"/>
              <a:buChar char="■"/>
              <a:defRPr/>
            </a:lvl3pPr>
            <a:lvl4pPr algn="ctr">
              <a:lnSpc>
                <a:spcPct val="100000"/>
              </a:lnSpc>
              <a:spcBef>
                <a:spcPts val="0"/>
              </a:spcBef>
              <a:spcAft>
                <a:spcPts val="0"/>
              </a:spcAft>
              <a:buClr>
                <a:srgbClr val="E76A28"/>
              </a:buClr>
              <a:buSzPts val="15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300"/>
              <a:buFont typeface="Nunito Light"/>
              <a:buChar char="●"/>
              <a:defRPr/>
            </a:lvl7pPr>
            <a:lvl8pPr algn="ctr">
              <a:lnSpc>
                <a:spcPct val="100000"/>
              </a:lnSpc>
              <a:spcBef>
                <a:spcPts val="0"/>
              </a:spcBef>
              <a:spcAft>
                <a:spcPts val="0"/>
              </a:spcAft>
              <a:buClr>
                <a:srgbClr val="999999"/>
              </a:buClr>
              <a:buSzPts val="13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31" name="Google Shape;31;p8">
            <a:extLst>
              <a:ext uri="{FF2B5EF4-FFF2-40B4-BE49-F238E27FC236}">
                <a16:creationId xmlns:a16="http://schemas.microsoft.com/office/drawing/2014/main" id="{FD25D2E2-5506-483D-ADD6-B5EA4FB3328B}"/>
              </a:ext>
            </a:extLst>
          </p:cNvPr>
          <p:cNvSpPr>
            <a:spLocks noGrp="1"/>
          </p:cNvSpPr>
          <p:nvPr>
            <p:ph type="title"/>
          </p:nvPr>
        </p:nvSpPr>
        <p:spPr>
          <a:xfrm>
            <a:off x="1768550" y="1307100"/>
            <a:ext cx="5607000" cy="2529300"/>
          </a:xfrm>
          <a:prstGeom prst="rect">
            <a:avLst/>
          </a:prstGeom>
        </p:spPr>
        <p:txBody>
          <a:bodyPr spcFirstLastPara="1" wrap="square" lIns="91425" tIns="91425" rIns="91425" bIns="91425" anchor="ctr">
            <a:noAutofit/>
          </a:bodyPr>
          <a:lstStyle>
            <a:lvl1pPr algn="ctr">
              <a:spcBef>
                <a:spcPts val="0"/>
              </a:spcBef>
              <a:spcAft>
                <a:spcPts val="0"/>
              </a:spcAft>
              <a:buSzPts val="4800"/>
              <a:buNone/>
              <a:defRPr sz="60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3" name="Google Shape;33;p9">
            <a:extLst>
              <a:ext uri="{FF2B5EF4-FFF2-40B4-BE49-F238E27FC236}">
                <a16:creationId xmlns:a16="http://schemas.microsoft.com/office/drawing/2014/main" id="{FC438D59-9A9B-4B3F-A19D-280068E65BC4}"/>
              </a:ext>
            </a:extLst>
          </p:cNvPr>
          <p:cNvSpPr>
            <a:spLocks noGrp="1"/>
          </p:cNvSpPr>
          <p:nvPr>
            <p:ph type="title"/>
          </p:nvPr>
        </p:nvSpPr>
        <p:spPr>
          <a:xfrm>
            <a:off x="2135550" y="1441675"/>
            <a:ext cx="4872900" cy="1187400"/>
          </a:xfrm>
          <a:prstGeom prst="rect">
            <a:avLst/>
          </a:prstGeom>
        </p:spPr>
        <p:txBody>
          <a:bodyPr spcFirstLastPara="1" wrap="square" lIns="91425" tIns="91425" rIns="91425" bIns="91425" anchor="b">
            <a:noAutofit/>
          </a:bodyPr>
          <a:lstStyle>
            <a:lvl1pPr algn="ctr">
              <a:spcBef>
                <a:spcPts val="0"/>
              </a:spcBef>
              <a:spcAft>
                <a:spcPts val="0"/>
              </a:spcAft>
              <a:buSzPts val="2600"/>
              <a:buNone/>
              <a:defRPr sz="6000"/>
            </a:lvl1pPr>
            <a:lvl2pPr algn="ctr">
              <a:spcBef>
                <a:spcPts val="0"/>
              </a:spcBef>
              <a:spcAft>
                <a:spcPts val="0"/>
              </a:spcAft>
              <a:buSzPts val="3500"/>
              <a:buNone/>
              <a:defRPr/>
            </a:lvl2pPr>
            <a:lvl3pPr algn="ctr">
              <a:spcBef>
                <a:spcPts val="0"/>
              </a:spcBef>
              <a:spcAft>
                <a:spcPts val="0"/>
              </a:spcAft>
              <a:buSzPts val="3500"/>
              <a:buNone/>
              <a:defRPr/>
            </a:lvl3pPr>
            <a:lvl4pPr algn="ctr">
              <a:spcBef>
                <a:spcPts val="0"/>
              </a:spcBef>
              <a:spcAft>
                <a:spcPts val="0"/>
              </a:spcAft>
              <a:buSzPts val="3500"/>
              <a:buNone/>
              <a:defRPr/>
            </a:lvl4pPr>
            <a:lvl5pPr algn="ctr">
              <a:spcBef>
                <a:spcPts val="0"/>
              </a:spcBef>
              <a:spcAft>
                <a:spcPts val="0"/>
              </a:spcAft>
              <a:buSzPts val="3500"/>
              <a:buNone/>
              <a:defRPr/>
            </a:lvl5pPr>
            <a:lvl6pPr algn="ctr">
              <a:spcBef>
                <a:spcPts val="0"/>
              </a:spcBef>
              <a:spcAft>
                <a:spcPts val="0"/>
              </a:spcAft>
              <a:buSzPts val="3500"/>
              <a:buNone/>
              <a:defRPr/>
            </a:lvl6pPr>
            <a:lvl7pPr algn="ctr">
              <a:spcBef>
                <a:spcPts val="0"/>
              </a:spcBef>
              <a:spcAft>
                <a:spcPts val="0"/>
              </a:spcAft>
              <a:buSzPts val="3500"/>
              <a:buNone/>
              <a:defRPr/>
            </a:lvl7pPr>
            <a:lvl8pPr algn="ctr">
              <a:spcBef>
                <a:spcPts val="0"/>
              </a:spcBef>
              <a:spcAft>
                <a:spcPts val="0"/>
              </a:spcAft>
              <a:buSzPts val="3500"/>
              <a:buNone/>
              <a:defRPr/>
            </a:lvl8pPr>
            <a:lvl9pPr algn="ctr">
              <a:spcBef>
                <a:spcPts val="0"/>
              </a:spcBef>
              <a:spcAft>
                <a:spcPts val="0"/>
              </a:spcAft>
              <a:buSzPts val="3500"/>
              <a:buNone/>
              <a:defRPr/>
            </a:lvl9pPr>
          </a:lstStyle>
          <a:p>
            <a:endParaRPr/>
          </a:p>
        </p:txBody>
      </p:sp>
      <p:sp>
        <p:nvSpPr>
          <p:cNvPr id="34" name="Google Shape;34;p9">
            <a:extLst>
              <a:ext uri="{FF2B5EF4-FFF2-40B4-BE49-F238E27FC236}">
                <a16:creationId xmlns:a16="http://schemas.microsoft.com/office/drawing/2014/main" id="{3CE18205-8981-45BD-B690-E9E6948F673A}"/>
              </a:ext>
            </a:extLst>
          </p:cNvPr>
          <p:cNvSpPr>
            <a:spLocks noGrp="1"/>
          </p:cNvSpPr>
          <p:nvPr>
            <p:ph type="subTitle" idx="1"/>
          </p:nvPr>
        </p:nvSpPr>
        <p:spPr>
          <a:xfrm>
            <a:off x="2135550" y="2784625"/>
            <a:ext cx="4872900" cy="67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sz="16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36" name="Google Shape;36;p10">
            <a:extLst>
              <a:ext uri="{FF2B5EF4-FFF2-40B4-BE49-F238E27FC236}">
                <a16:creationId xmlns:a16="http://schemas.microsoft.com/office/drawing/2014/main" id="{E7B48050-A386-40AC-812D-8933C9DC5163}"/>
              </a:ext>
            </a:extLst>
          </p:cNvPr>
          <p:cNvSpPr>
            <a:spLocks noGrp="1"/>
          </p:cNvSpPr>
          <p:nvPr>
            <p:ph type="pic" idx="2"/>
          </p:nvPr>
        </p:nvSpPr>
        <p:spPr>
          <a:xfrm>
            <a:off x="0" y="0"/>
            <a:ext cx="9144000" cy="5143500"/>
          </a:xfrm>
          <a:prstGeom prst="rect">
            <a:avLst/>
          </a:prstGeom>
          <a:noFill/>
          <a:ln>
            <a:noFill/>
          </a:ln>
        </p:spPr>
      </p:sp>
      <p:sp>
        <p:nvSpPr>
          <p:cNvPr id="37" name="Google Shape;37;p10">
            <a:extLst>
              <a:ext uri="{FF2B5EF4-FFF2-40B4-BE49-F238E27FC236}">
                <a16:creationId xmlns:a16="http://schemas.microsoft.com/office/drawing/2014/main" id="{BE063448-69A5-4574-8925-9AA3242D5F1B}"/>
              </a:ext>
            </a:extLst>
          </p:cNvPr>
          <p:cNvSpPr>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oAutofit/>
          </a:bodyPr>
          <a:lstStyle>
            <a:lvl1pPr algn="ctr">
              <a:spcBef>
                <a:spcPts val="0"/>
              </a:spcBef>
              <a:spcAft>
                <a:spcPts val="0"/>
              </a:spcAft>
              <a:buSzPts val="2600"/>
              <a:buNone/>
              <a:defRPr sz="2500"/>
            </a:lvl1pPr>
            <a:lvl2pPr algn="ctr">
              <a:spcBef>
                <a:spcPts val="0"/>
              </a:spcBef>
              <a:spcAft>
                <a:spcPts val="0"/>
              </a:spcAft>
              <a:buSzPts val="3500"/>
              <a:buNone/>
              <a:defRPr/>
            </a:lvl2pPr>
            <a:lvl3pPr algn="ctr">
              <a:spcBef>
                <a:spcPts val="0"/>
              </a:spcBef>
              <a:spcAft>
                <a:spcPts val="0"/>
              </a:spcAft>
              <a:buSzPts val="3500"/>
              <a:buNone/>
              <a:defRPr/>
            </a:lvl3pPr>
            <a:lvl4pPr algn="ctr">
              <a:spcBef>
                <a:spcPts val="0"/>
              </a:spcBef>
              <a:spcAft>
                <a:spcPts val="0"/>
              </a:spcAft>
              <a:buSzPts val="3500"/>
              <a:buNone/>
              <a:defRPr/>
            </a:lvl4pPr>
            <a:lvl5pPr algn="ctr">
              <a:spcBef>
                <a:spcPts val="0"/>
              </a:spcBef>
              <a:spcAft>
                <a:spcPts val="0"/>
              </a:spcAft>
              <a:buSzPts val="3500"/>
              <a:buNone/>
              <a:defRPr/>
            </a:lvl5pPr>
            <a:lvl6pPr algn="ctr">
              <a:spcBef>
                <a:spcPts val="0"/>
              </a:spcBef>
              <a:spcAft>
                <a:spcPts val="0"/>
              </a:spcAft>
              <a:buSzPts val="3500"/>
              <a:buNone/>
              <a:defRPr/>
            </a:lvl6pPr>
            <a:lvl7pPr algn="ctr">
              <a:spcBef>
                <a:spcPts val="0"/>
              </a:spcBef>
              <a:spcAft>
                <a:spcPts val="0"/>
              </a:spcAft>
              <a:buSzPts val="3500"/>
              <a:buNone/>
              <a:defRPr/>
            </a:lvl7pPr>
            <a:lvl8pPr algn="ctr">
              <a:spcBef>
                <a:spcPts val="0"/>
              </a:spcBef>
              <a:spcAft>
                <a:spcPts val="0"/>
              </a:spcAft>
              <a:buSzPts val="3500"/>
              <a:buNone/>
              <a:defRPr/>
            </a:lvl8pPr>
            <a:lvl9pPr algn="ctr">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39" name="Google Shape;39;p11">
            <a:extLst>
              <a:ext uri="{FF2B5EF4-FFF2-40B4-BE49-F238E27FC236}">
                <a16:creationId xmlns:a16="http://schemas.microsoft.com/office/drawing/2014/main" id="{23D473AB-D6BB-4F18-AE9D-E672A4AFB9A0}"/>
              </a:ext>
            </a:extLst>
          </p:cNvPr>
          <p:cNvSpPr>
            <a:spLocks noGrp="1"/>
          </p:cNvSpPr>
          <p:nvPr>
            <p:ph type="title" hasCustomPrompt="1"/>
          </p:nvPr>
        </p:nvSpPr>
        <p:spPr>
          <a:xfrm>
            <a:off x="228600" y="1313400"/>
            <a:ext cx="6576000" cy="1323600"/>
          </a:xfrm>
          <a:prstGeom prst="rect">
            <a:avLst/>
          </a:prstGeom>
        </p:spPr>
        <p:txBody>
          <a:bodyPr spcFirstLastPara="1" wrap="square" lIns="91425" tIns="91425" rIns="91425" bIns="91425" anchor="b">
            <a:noAutofit/>
          </a:bodyPr>
          <a:lstStyle>
            <a:lvl1pPr>
              <a:spcBef>
                <a:spcPts val="0"/>
              </a:spcBef>
              <a:spcAft>
                <a:spcPts val="0"/>
              </a:spcAft>
              <a:buSzPts val="9600"/>
              <a:buNone/>
              <a:defRPr sz="7400">
                <a:solidFill>
                  <a:schemeClr val="accent1"/>
                </a:solidFill>
              </a:defRPr>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a:r>
              <a:t>xx%</a:t>
            </a:r>
          </a:p>
        </p:txBody>
      </p:sp>
      <p:sp>
        <p:nvSpPr>
          <p:cNvPr id="40" name="Google Shape;40;p11">
            <a:extLst>
              <a:ext uri="{FF2B5EF4-FFF2-40B4-BE49-F238E27FC236}">
                <a16:creationId xmlns:a16="http://schemas.microsoft.com/office/drawing/2014/main" id="{1ECCA498-026F-4E2F-A393-52E21CFF019D}"/>
              </a:ext>
            </a:extLst>
          </p:cNvPr>
          <p:cNvSpPr>
            <a:spLocks noGrp="1"/>
          </p:cNvSpPr>
          <p:nvPr>
            <p:ph type="subTitle" idx="1"/>
          </p:nvPr>
        </p:nvSpPr>
        <p:spPr>
          <a:xfrm>
            <a:off x="4803000" y="3399000"/>
            <a:ext cx="4112400" cy="431100"/>
          </a:xfrm>
          <a:prstGeom prst="rect">
            <a:avLst/>
          </a:prstGeom>
        </p:spPr>
        <p:txBody>
          <a:bodyPr spcFirstLastPara="1" wrap="square" lIns="91425" tIns="91425" rIns="91425" bIns="91425" anchor="t">
            <a:noAutofit/>
          </a:bodyPr>
          <a:lstStyle>
            <a:lvl1pPr algn="r">
              <a:spcBef>
                <a:spcPts val="0"/>
              </a:spcBef>
              <a:spcAft>
                <a:spcPts val="0"/>
              </a:spcAft>
              <a:buSzPts val="1600"/>
              <a:buNone/>
              <a:defRPr sz="16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
        <p:cNvGrpSpPr/>
        <p:nvPr/>
      </p:nvGrpSpPr>
      <p:grpSpPr>
        <a:xfrm>
          <a:off x="0" y="0"/>
          <a:ext cx="0" cy="0"/>
          <a:chOff x="0" y="0"/>
          <a:chExt cx="0" cy="0"/>
        </a:xfrm>
      </p:grpSpPr>
      <p:sp>
        <p:nvSpPr>
          <p:cNvPr id="43" name="Google Shape;43;p13">
            <a:extLst>
              <a:ext uri="{FF2B5EF4-FFF2-40B4-BE49-F238E27FC236}">
                <a16:creationId xmlns:a16="http://schemas.microsoft.com/office/drawing/2014/main" id="{DB56C005-D4D6-44F1-9A99-0ED62EF7DDE9}"/>
              </a:ext>
            </a:extLst>
          </p:cNvPr>
          <p:cNvSpPr>
            <a:spLocks noGrp="1"/>
          </p:cNvSpPr>
          <p:nvPr>
            <p:ph type="title"/>
          </p:nvPr>
        </p:nvSpPr>
        <p:spPr>
          <a:xfrm>
            <a:off x="228600" y="228600"/>
            <a:ext cx="8686800" cy="572700"/>
          </a:xfrm>
          <a:prstGeom prst="rect">
            <a:avLst/>
          </a:prstGeom>
        </p:spPr>
        <p:txBody>
          <a:bodyPr spcFirstLastPara="1" wrap="square" lIns="91425" tIns="91425" rIns="91425" bIns="91425" anchor="t">
            <a:noAutofit/>
          </a:bodyPr>
          <a:lstStyle>
            <a:lvl1pPr algn="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44" name="Google Shape;44;p13">
            <a:extLst>
              <a:ext uri="{FF2B5EF4-FFF2-40B4-BE49-F238E27FC236}">
                <a16:creationId xmlns:a16="http://schemas.microsoft.com/office/drawing/2014/main" id="{636BAB76-3753-4625-A716-C9ACF068247F}"/>
              </a:ext>
            </a:extLst>
          </p:cNvPr>
          <p:cNvSpPr>
            <a:spLocks noGrp="1"/>
          </p:cNvSpPr>
          <p:nvPr>
            <p:ph type="title" idx="2" hasCustomPrompt="1"/>
          </p:nvPr>
        </p:nvSpPr>
        <p:spPr>
          <a:xfrm>
            <a:off x="228600" y="895940"/>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45" name="Google Shape;45;p13">
            <a:extLst>
              <a:ext uri="{FF2B5EF4-FFF2-40B4-BE49-F238E27FC236}">
                <a16:creationId xmlns:a16="http://schemas.microsoft.com/office/drawing/2014/main" id="{364DBDC5-AD42-49C0-8BE8-87F7C077EA47}"/>
              </a:ext>
            </a:extLst>
          </p:cNvPr>
          <p:cNvSpPr>
            <a:spLocks noGrp="1"/>
          </p:cNvSpPr>
          <p:nvPr>
            <p:ph type="title" idx="3" hasCustomPrompt="1"/>
          </p:nvPr>
        </p:nvSpPr>
        <p:spPr>
          <a:xfrm>
            <a:off x="228600" y="2280565"/>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46" name="Google Shape;46;p13">
            <a:extLst>
              <a:ext uri="{FF2B5EF4-FFF2-40B4-BE49-F238E27FC236}">
                <a16:creationId xmlns:a16="http://schemas.microsoft.com/office/drawing/2014/main" id="{BF1BB0AB-77CD-442C-B3C5-5D229B412DD6}"/>
              </a:ext>
            </a:extLst>
          </p:cNvPr>
          <p:cNvSpPr>
            <a:spLocks noGrp="1"/>
          </p:cNvSpPr>
          <p:nvPr>
            <p:ph type="title" idx="4" hasCustomPrompt="1"/>
          </p:nvPr>
        </p:nvSpPr>
        <p:spPr>
          <a:xfrm>
            <a:off x="2751896" y="895940"/>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47" name="Google Shape;47;p13">
            <a:extLst>
              <a:ext uri="{FF2B5EF4-FFF2-40B4-BE49-F238E27FC236}">
                <a16:creationId xmlns:a16="http://schemas.microsoft.com/office/drawing/2014/main" id="{C246D0AB-B5FA-42F5-A6C9-D7789313F107}"/>
              </a:ext>
            </a:extLst>
          </p:cNvPr>
          <p:cNvSpPr>
            <a:spLocks noGrp="1"/>
          </p:cNvSpPr>
          <p:nvPr>
            <p:ph type="title" idx="5" hasCustomPrompt="1"/>
          </p:nvPr>
        </p:nvSpPr>
        <p:spPr>
          <a:xfrm>
            <a:off x="2751896" y="2280575"/>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48" name="Google Shape;48;p13">
            <a:extLst>
              <a:ext uri="{FF2B5EF4-FFF2-40B4-BE49-F238E27FC236}">
                <a16:creationId xmlns:a16="http://schemas.microsoft.com/office/drawing/2014/main" id="{A7290127-5111-46AC-A194-7C6CE05F1127}"/>
              </a:ext>
            </a:extLst>
          </p:cNvPr>
          <p:cNvSpPr>
            <a:spLocks noGrp="1"/>
          </p:cNvSpPr>
          <p:nvPr>
            <p:ph type="title" idx="6" hasCustomPrompt="1"/>
          </p:nvPr>
        </p:nvSpPr>
        <p:spPr>
          <a:xfrm>
            <a:off x="228599" y="3665190"/>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49" name="Google Shape;49;p13">
            <a:extLst>
              <a:ext uri="{FF2B5EF4-FFF2-40B4-BE49-F238E27FC236}">
                <a16:creationId xmlns:a16="http://schemas.microsoft.com/office/drawing/2014/main" id="{FB9F3617-0507-485E-AD12-2B3A505B1C7E}"/>
              </a:ext>
            </a:extLst>
          </p:cNvPr>
          <p:cNvSpPr>
            <a:spLocks noGrp="1"/>
          </p:cNvSpPr>
          <p:nvPr>
            <p:ph type="title" idx="7" hasCustomPrompt="1"/>
          </p:nvPr>
        </p:nvSpPr>
        <p:spPr>
          <a:xfrm>
            <a:off x="2751899" y="3665211"/>
            <a:ext cx="734700" cy="554100"/>
          </a:xfrm>
          <a:prstGeom prst="rect">
            <a:avLst/>
          </a:prstGeom>
          <a:noFill/>
        </p:spPr>
        <p:txBody>
          <a:bodyPr spcFirstLastPara="1" wrap="square" lIns="91425" tIns="91425" rIns="91425" bIns="91425" anchor="b">
            <a:noAutofit/>
          </a:bodyPr>
          <a:lstStyle>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50" name="Google Shape;50;p13">
            <a:extLst>
              <a:ext uri="{FF2B5EF4-FFF2-40B4-BE49-F238E27FC236}">
                <a16:creationId xmlns:a16="http://schemas.microsoft.com/office/drawing/2014/main" id="{0706C2BF-F36C-4221-AE4A-081F68426930}"/>
              </a:ext>
            </a:extLst>
          </p:cNvPr>
          <p:cNvSpPr>
            <a:spLocks noGrp="1"/>
          </p:cNvSpPr>
          <p:nvPr>
            <p:ph type="subTitle" idx="1"/>
          </p:nvPr>
        </p:nvSpPr>
        <p:spPr>
          <a:xfrm>
            <a:off x="228600" y="1373838"/>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1" name="Google Shape;51;p13">
            <a:extLst>
              <a:ext uri="{FF2B5EF4-FFF2-40B4-BE49-F238E27FC236}">
                <a16:creationId xmlns:a16="http://schemas.microsoft.com/office/drawing/2014/main" id="{56E885C4-B519-4A5B-9454-9CF92D8D1293}"/>
              </a:ext>
            </a:extLst>
          </p:cNvPr>
          <p:cNvSpPr>
            <a:spLocks noGrp="1"/>
          </p:cNvSpPr>
          <p:nvPr>
            <p:ph type="subTitle" idx="8"/>
          </p:nvPr>
        </p:nvSpPr>
        <p:spPr>
          <a:xfrm>
            <a:off x="2751900" y="1373838"/>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2" name="Google Shape;52;p13">
            <a:extLst>
              <a:ext uri="{FF2B5EF4-FFF2-40B4-BE49-F238E27FC236}">
                <a16:creationId xmlns:a16="http://schemas.microsoft.com/office/drawing/2014/main" id="{BCBBDDA1-709E-4DA6-BB6E-7D563E4AFF9E}"/>
              </a:ext>
            </a:extLst>
          </p:cNvPr>
          <p:cNvSpPr>
            <a:spLocks noGrp="1"/>
          </p:cNvSpPr>
          <p:nvPr>
            <p:ph type="subTitle" idx="9"/>
          </p:nvPr>
        </p:nvSpPr>
        <p:spPr>
          <a:xfrm>
            <a:off x="228600" y="4143100"/>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3" name="Google Shape;53;p13">
            <a:extLst>
              <a:ext uri="{FF2B5EF4-FFF2-40B4-BE49-F238E27FC236}">
                <a16:creationId xmlns:a16="http://schemas.microsoft.com/office/drawing/2014/main" id="{35239F46-16FC-41D3-9A27-2FBE4EF1BF64}"/>
              </a:ext>
            </a:extLst>
          </p:cNvPr>
          <p:cNvSpPr>
            <a:spLocks noGrp="1"/>
          </p:cNvSpPr>
          <p:nvPr>
            <p:ph type="subTitle" idx="13"/>
          </p:nvPr>
        </p:nvSpPr>
        <p:spPr>
          <a:xfrm>
            <a:off x="228600" y="2781540"/>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4" name="Google Shape;54;p13">
            <a:extLst>
              <a:ext uri="{FF2B5EF4-FFF2-40B4-BE49-F238E27FC236}">
                <a16:creationId xmlns:a16="http://schemas.microsoft.com/office/drawing/2014/main" id="{53B9ECE7-FDD8-4900-94B3-512450DA8A1D}"/>
              </a:ext>
            </a:extLst>
          </p:cNvPr>
          <p:cNvSpPr>
            <a:spLocks noGrp="1"/>
          </p:cNvSpPr>
          <p:nvPr>
            <p:ph type="subTitle" idx="14"/>
          </p:nvPr>
        </p:nvSpPr>
        <p:spPr>
          <a:xfrm>
            <a:off x="2751900" y="2781540"/>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5" name="Google Shape;55;p13">
            <a:extLst>
              <a:ext uri="{FF2B5EF4-FFF2-40B4-BE49-F238E27FC236}">
                <a16:creationId xmlns:a16="http://schemas.microsoft.com/office/drawing/2014/main" id="{F3A942D2-A92F-4C57-900C-F8F44091D631}"/>
              </a:ext>
            </a:extLst>
          </p:cNvPr>
          <p:cNvSpPr>
            <a:spLocks noGrp="1"/>
          </p:cNvSpPr>
          <p:nvPr>
            <p:ph type="subTitle" idx="15"/>
          </p:nvPr>
        </p:nvSpPr>
        <p:spPr>
          <a:xfrm>
            <a:off x="2751900" y="4143202"/>
            <a:ext cx="2142300" cy="677100"/>
          </a:xfrm>
          <a:prstGeom prst="rect">
            <a:avLst/>
          </a:prstGeom>
        </p:spPr>
        <p:txBody>
          <a:bodyPr spcFirstLastPara="1" wrap="square" lIns="91425" tIns="91425" rIns="91425" bIns="91425" anchor="t">
            <a:noAutofit/>
          </a:bodyPr>
          <a:lstStyle>
            <a:lvl1pPr>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nSpc>
                <a:spcPct val="100000"/>
              </a:lnSpc>
              <a:spcBef>
                <a:spcPts val="0"/>
              </a:spcBef>
              <a:spcAft>
                <a:spcPts val="0"/>
              </a:spcAft>
              <a:buSzPts val="2400"/>
              <a:buFont typeface="Space Grotesk"/>
              <a:buNone/>
              <a:defRPr sz="2400">
                <a:latin typeface="Space Grotesk"/>
                <a:ea typeface="Space Grotesk"/>
                <a:cs typeface="Space Grotesk"/>
              </a:defRPr>
            </a:lvl2pPr>
            <a:lvl3pPr>
              <a:lnSpc>
                <a:spcPct val="100000"/>
              </a:lnSpc>
              <a:spcBef>
                <a:spcPts val="0"/>
              </a:spcBef>
              <a:spcAft>
                <a:spcPts val="0"/>
              </a:spcAft>
              <a:buSzPts val="2400"/>
              <a:buFont typeface="Space Grotesk"/>
              <a:buNone/>
              <a:defRPr sz="2400">
                <a:latin typeface="Space Grotesk"/>
                <a:ea typeface="Space Grotesk"/>
                <a:cs typeface="Space Grotesk"/>
              </a:defRPr>
            </a:lvl3pPr>
            <a:lvl4pPr>
              <a:lnSpc>
                <a:spcPct val="100000"/>
              </a:lnSpc>
              <a:spcBef>
                <a:spcPts val="0"/>
              </a:spcBef>
              <a:spcAft>
                <a:spcPts val="0"/>
              </a:spcAft>
              <a:buSzPts val="2400"/>
              <a:buFont typeface="Space Grotesk"/>
              <a:buNone/>
              <a:defRPr sz="2400">
                <a:latin typeface="Space Grotesk"/>
                <a:ea typeface="Space Grotesk"/>
                <a:cs typeface="Space Grotesk"/>
              </a:defRPr>
            </a:lvl4pPr>
            <a:lvl5pPr>
              <a:lnSpc>
                <a:spcPct val="100000"/>
              </a:lnSpc>
              <a:spcBef>
                <a:spcPts val="0"/>
              </a:spcBef>
              <a:spcAft>
                <a:spcPts val="0"/>
              </a:spcAft>
              <a:buSzPts val="2400"/>
              <a:buFont typeface="Space Grotesk"/>
              <a:buNone/>
              <a:defRPr sz="2400">
                <a:latin typeface="Space Grotesk"/>
                <a:ea typeface="Space Grotesk"/>
                <a:cs typeface="Space Grotesk"/>
              </a:defRPr>
            </a:lvl5pPr>
            <a:lvl6pPr>
              <a:lnSpc>
                <a:spcPct val="100000"/>
              </a:lnSpc>
              <a:spcBef>
                <a:spcPts val="0"/>
              </a:spcBef>
              <a:spcAft>
                <a:spcPts val="0"/>
              </a:spcAft>
              <a:buSzPts val="2400"/>
              <a:buFont typeface="Space Grotesk"/>
              <a:buNone/>
              <a:defRPr sz="2400">
                <a:latin typeface="Space Grotesk"/>
                <a:ea typeface="Space Grotesk"/>
                <a:cs typeface="Space Grotesk"/>
              </a:defRPr>
            </a:lvl6pPr>
            <a:lvl7pPr>
              <a:lnSpc>
                <a:spcPct val="100000"/>
              </a:lnSpc>
              <a:spcBef>
                <a:spcPts val="0"/>
              </a:spcBef>
              <a:spcAft>
                <a:spcPts val="0"/>
              </a:spcAft>
              <a:buSzPts val="2400"/>
              <a:buFont typeface="Space Grotesk"/>
              <a:buNone/>
              <a:defRPr sz="2400">
                <a:latin typeface="Space Grotesk"/>
                <a:ea typeface="Space Grotesk"/>
                <a:cs typeface="Space Grotesk"/>
              </a:defRPr>
            </a:lvl7pPr>
            <a:lvl8pPr>
              <a:lnSpc>
                <a:spcPct val="100000"/>
              </a:lnSpc>
              <a:spcBef>
                <a:spcPts val="0"/>
              </a:spcBef>
              <a:spcAft>
                <a:spcPts val="0"/>
              </a:spcAft>
              <a:buSzPts val="2400"/>
              <a:buFont typeface="Space Grotesk"/>
              <a:buNone/>
              <a:defRPr sz="2400">
                <a:latin typeface="Space Grotesk"/>
                <a:ea typeface="Space Grotesk"/>
                <a:cs typeface="Space Grotesk"/>
              </a:defRPr>
            </a:lvl8pPr>
            <a:lvl9pP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56" name="Google Shape;56;p13">
            <a:extLst>
              <a:ext uri="{FF2B5EF4-FFF2-40B4-BE49-F238E27FC236}">
                <a16:creationId xmlns:a16="http://schemas.microsoft.com/office/drawing/2014/main" id="{C78F8A0C-81FC-487D-921D-A04B99F78805}"/>
              </a:ext>
            </a:extLst>
          </p:cNvPr>
          <p:cNvSpPr>
            <a:spLocks noGrp="1"/>
          </p:cNvSpPr>
          <p:nvPr>
            <p:ph type="pic" idx="16"/>
          </p:nvPr>
        </p:nvSpPr>
        <p:spPr>
          <a:xfrm>
            <a:off x="5655325" y="895950"/>
            <a:ext cx="3260100" cy="4018800"/>
          </a:xfrm>
          <a:prstGeom prst="rect">
            <a:avLst/>
          </a:prstGeom>
          <a:noFill/>
          <a:ln w="9525" cmpd="sng">
            <a:solidFill>
              <a:schemeClr val="dk1"/>
            </a:solidFill>
            <a:prstDash val="solid"/>
            <a:headEnd type="none" w="sm" len="sm"/>
            <a:tailEnd type="none" w="sm" len="sm"/>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
        <p:cNvGrpSpPr/>
        <p:nvPr/>
      </p:nvGrpSpPr>
      <p:grpSpPr>
        <a:xfrm>
          <a:off x="0" y="0"/>
          <a:ext cx="0" cy="0"/>
          <a:chOff x="0" y="0"/>
          <a:chExt cx="0" cy="0"/>
        </a:xfrm>
      </p:grpSpPr>
      <p:sp>
        <p:nvSpPr>
          <p:cNvPr id="58" name="Google Shape;58;p14">
            <a:extLst>
              <a:ext uri="{FF2B5EF4-FFF2-40B4-BE49-F238E27FC236}">
                <a16:creationId xmlns:a16="http://schemas.microsoft.com/office/drawing/2014/main" id="{AE574EE4-5A3D-4C0B-8A19-3194E88CABF3}"/>
              </a:ext>
            </a:extLst>
          </p:cNvPr>
          <p:cNvSpPr>
            <a:spLocks noGrp="1"/>
          </p:cNvSpPr>
          <p:nvPr>
            <p:ph type="title"/>
          </p:nvPr>
        </p:nvSpPr>
        <p:spPr>
          <a:xfrm>
            <a:off x="228600" y="888300"/>
            <a:ext cx="7496100" cy="1507800"/>
          </a:xfrm>
          <a:prstGeom prst="rect">
            <a:avLst/>
          </a:prstGeom>
        </p:spPr>
        <p:txBody>
          <a:bodyPr spcFirstLastPara="1" wrap="square" lIns="91425" tIns="91425" rIns="91425" bIns="91425" anchor="b">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59" name="Google Shape;59;p14">
            <a:extLst>
              <a:ext uri="{FF2B5EF4-FFF2-40B4-BE49-F238E27FC236}">
                <a16:creationId xmlns:a16="http://schemas.microsoft.com/office/drawing/2014/main" id="{818EAD91-DBF2-4E4C-A875-43FBF8C99223}"/>
              </a:ext>
            </a:extLst>
          </p:cNvPr>
          <p:cNvSpPr>
            <a:spLocks noGrp="1"/>
          </p:cNvSpPr>
          <p:nvPr>
            <p:ph type="subTitle" idx="1"/>
          </p:nvPr>
        </p:nvSpPr>
        <p:spPr>
          <a:xfrm>
            <a:off x="2528775" y="2624550"/>
            <a:ext cx="6387300" cy="16308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200"/>
            </a:lvl1pPr>
            <a:lvl2pPr algn="ctr">
              <a:lnSpc>
                <a:spcPct val="100000"/>
              </a:lnSpc>
              <a:spcBef>
                <a:spcPts val="0"/>
              </a:spcBef>
              <a:spcAft>
                <a:spcPts val="0"/>
              </a:spcAft>
              <a:buSzPts val="1200"/>
              <a:buChar char="○"/>
              <a:defRPr/>
            </a:lvl2pPr>
            <a:lvl3pPr algn="ctr">
              <a:lnSpc>
                <a:spcPct val="100000"/>
              </a:lnSpc>
              <a:spcBef>
                <a:spcPts val="0"/>
              </a:spcBef>
              <a:spcAft>
                <a:spcPts val="0"/>
              </a:spcAft>
              <a:buSzPts val="1200"/>
              <a:buChar char="■"/>
              <a:defRPr/>
            </a:lvl3pPr>
            <a:lvl4pPr algn="ctr">
              <a:lnSpc>
                <a:spcPct val="100000"/>
              </a:lnSpc>
              <a:spcBef>
                <a:spcPts val="0"/>
              </a:spcBef>
              <a:spcAft>
                <a:spcPts val="0"/>
              </a:spcAft>
              <a:buSzPts val="1200"/>
              <a:buChar char="●"/>
              <a:defRPr/>
            </a:lvl4pPr>
            <a:lvl5pPr algn="ctr">
              <a:lnSpc>
                <a:spcPct val="100000"/>
              </a:lnSpc>
              <a:spcBef>
                <a:spcPts val="0"/>
              </a:spcBef>
              <a:spcAft>
                <a:spcPts val="0"/>
              </a:spcAft>
              <a:buSzPts val="1200"/>
              <a:buChar char="○"/>
              <a:defRPr/>
            </a:lvl5pPr>
            <a:lvl6pPr algn="ctr">
              <a:lnSpc>
                <a:spcPct val="100000"/>
              </a:lnSpc>
              <a:spcBef>
                <a:spcPts val="0"/>
              </a:spcBef>
              <a:spcAft>
                <a:spcPts val="0"/>
              </a:spcAft>
              <a:buSzPts val="1200"/>
              <a:buChar char="■"/>
              <a:defRPr/>
            </a:lvl6pPr>
            <a:lvl7pPr algn="ctr">
              <a:lnSpc>
                <a:spcPct val="100000"/>
              </a:lnSpc>
              <a:spcBef>
                <a:spcPts val="0"/>
              </a:spcBef>
              <a:spcAft>
                <a:spcPts val="0"/>
              </a:spcAft>
              <a:buSzPts val="1200"/>
              <a:buChar char="●"/>
              <a:defRPr/>
            </a:lvl7pPr>
            <a:lvl8pPr algn="ctr">
              <a:lnSpc>
                <a:spcPct val="100000"/>
              </a:lnSpc>
              <a:spcBef>
                <a:spcPts val="0"/>
              </a:spcBef>
              <a:spcAft>
                <a:spcPts val="0"/>
              </a:spcAft>
              <a:buSzPts val="1200"/>
              <a:buChar char="○"/>
              <a:defRPr/>
            </a:lvl8pPr>
            <a:lvl9pPr algn="ctr">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
        <p:cNvGrpSpPr/>
        <p:nvPr/>
      </p:nvGrpSpPr>
      <p:grpSpPr>
        <a:xfrm>
          <a:off x="0" y="0"/>
          <a:ext cx="0" cy="0"/>
          <a:chOff x="0" y="0"/>
          <a:chExt cx="0" cy="0"/>
        </a:xfrm>
      </p:grpSpPr>
      <p:sp>
        <p:nvSpPr>
          <p:cNvPr id="61" name="Google Shape;61;p15">
            <a:extLst>
              <a:ext uri="{FF2B5EF4-FFF2-40B4-BE49-F238E27FC236}">
                <a16:creationId xmlns:a16="http://schemas.microsoft.com/office/drawing/2014/main" id="{C7A78EF4-1519-44A9-9EA1-208CD6D0D577}"/>
              </a:ext>
            </a:extLst>
          </p:cNvPr>
          <p:cNvSpPr>
            <a:spLocks noGrp="1"/>
          </p:cNvSpPr>
          <p:nvPr>
            <p:ph type="title"/>
          </p:nvPr>
        </p:nvSpPr>
        <p:spPr>
          <a:xfrm>
            <a:off x="228600" y="228600"/>
            <a:ext cx="4263000" cy="985200"/>
          </a:xfrm>
          <a:prstGeom prst="rect">
            <a:avLst/>
          </a:prstGeom>
        </p:spPr>
        <p:txBody>
          <a:bodyPr spcFirstLastPara="1" wrap="square" lIns="91425" tIns="91425" rIns="91425" bIns="91425" anchor="t">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62" name="Google Shape;62;p15">
            <a:extLst>
              <a:ext uri="{FF2B5EF4-FFF2-40B4-BE49-F238E27FC236}">
                <a16:creationId xmlns:a16="http://schemas.microsoft.com/office/drawing/2014/main" id="{5B2E37BC-ADCE-4BFB-B62B-78204DB22808}"/>
              </a:ext>
            </a:extLst>
          </p:cNvPr>
          <p:cNvSpPr>
            <a:spLocks noGrp="1"/>
          </p:cNvSpPr>
          <p:nvPr>
            <p:ph type="subTitle" idx="1"/>
          </p:nvPr>
        </p:nvSpPr>
        <p:spPr>
          <a:xfrm>
            <a:off x="228600" y="2215200"/>
            <a:ext cx="4356000" cy="2699700"/>
          </a:xfrm>
          <a:prstGeom prst="rect">
            <a:avLst/>
          </a:prstGeom>
        </p:spPr>
        <p:txBody>
          <a:bodyPr spcFirstLastPara="1" wrap="square" lIns="91425" tIns="91425" rIns="91425" bIns="91425" anchor="t">
            <a:noAutofit/>
          </a:bodyPr>
          <a:lstStyle>
            <a:lvl1pPr>
              <a:spcBef>
                <a:spcPts val="0"/>
              </a:spcBef>
              <a:spcAft>
                <a:spcPts val="0"/>
              </a:spcAft>
              <a:buSzPts val="1600"/>
              <a:buFont typeface="Open Sans Light"/>
              <a:buChar char="●"/>
              <a:defRPr/>
            </a:lvl1pPr>
            <a:lvl2pPr algn="ctr">
              <a:lnSpc>
                <a:spcPct val="100000"/>
              </a:lnSpc>
              <a:spcBef>
                <a:spcPts val="0"/>
              </a:spcBef>
              <a:spcAft>
                <a:spcPts val="0"/>
              </a:spcAft>
              <a:buClr>
                <a:srgbClr val="E76A28"/>
              </a:buClr>
              <a:buSzPts val="1600"/>
              <a:buFont typeface="Nunito Light"/>
              <a:buChar char="○"/>
              <a:defRPr/>
            </a:lvl2pPr>
            <a:lvl3pPr algn="ctr">
              <a:lnSpc>
                <a:spcPct val="100000"/>
              </a:lnSpc>
              <a:spcBef>
                <a:spcPts val="0"/>
              </a:spcBef>
              <a:spcAft>
                <a:spcPts val="0"/>
              </a:spcAft>
              <a:buClr>
                <a:srgbClr val="E76A28"/>
              </a:buClr>
              <a:buSzPts val="1500"/>
              <a:buFont typeface="Nunito Light"/>
              <a:buChar char="■"/>
              <a:defRPr/>
            </a:lvl3pPr>
            <a:lvl4pPr algn="ctr">
              <a:lnSpc>
                <a:spcPct val="100000"/>
              </a:lnSpc>
              <a:spcBef>
                <a:spcPts val="0"/>
              </a:spcBef>
              <a:spcAft>
                <a:spcPts val="0"/>
              </a:spcAft>
              <a:buClr>
                <a:srgbClr val="E76A28"/>
              </a:buClr>
              <a:buSzPts val="15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300"/>
              <a:buFont typeface="Nunito Light"/>
              <a:buChar char="●"/>
              <a:defRPr/>
            </a:lvl7pPr>
            <a:lvl8pPr algn="ctr">
              <a:lnSpc>
                <a:spcPct val="100000"/>
              </a:lnSpc>
              <a:spcBef>
                <a:spcPts val="0"/>
              </a:spcBef>
              <a:spcAft>
                <a:spcPts val="0"/>
              </a:spcAft>
              <a:buClr>
                <a:srgbClr val="999999"/>
              </a:buClr>
              <a:buSzPts val="13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a:endParaRPr/>
          </a:p>
        </p:txBody>
      </p:sp>
      <p:sp>
        <p:nvSpPr>
          <p:cNvPr id="63" name="Google Shape;63;p15">
            <a:extLst>
              <a:ext uri="{FF2B5EF4-FFF2-40B4-BE49-F238E27FC236}">
                <a16:creationId xmlns:a16="http://schemas.microsoft.com/office/drawing/2014/main" id="{9CC27C2F-3163-4F28-ACE2-61FECB0BE7DF}"/>
              </a:ext>
            </a:extLst>
          </p:cNvPr>
          <p:cNvSpPr>
            <a:spLocks noGrp="1"/>
          </p:cNvSpPr>
          <p:nvPr>
            <p:ph type="pic" idx="2"/>
          </p:nvPr>
        </p:nvSpPr>
        <p:spPr>
          <a:xfrm>
            <a:off x="4778100" y="228600"/>
            <a:ext cx="4137300" cy="4686300"/>
          </a:xfrm>
          <a:prstGeom prst="rect">
            <a:avLst/>
          </a:prstGeom>
          <a:noFill/>
          <a:ln w="9525" cmpd="sng">
            <a:solidFill>
              <a:schemeClr val="dk1"/>
            </a:solidFill>
            <a:prstDash val="solid"/>
            <a:headEnd type="none" w="sm" len="sm"/>
            <a:tailEnd type="none" w="sm" len="sm"/>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
        <p:cNvGrpSpPr/>
        <p:nvPr/>
      </p:nvGrpSpPr>
      <p:grpSpPr>
        <a:xfrm>
          <a:off x="0" y="0"/>
          <a:ext cx="0" cy="0"/>
          <a:chOff x="0" y="0"/>
          <a:chExt cx="0" cy="0"/>
        </a:xfrm>
      </p:grpSpPr>
      <p:sp>
        <p:nvSpPr>
          <p:cNvPr id="65" name="Google Shape;65;p16">
            <a:extLst>
              <a:ext uri="{FF2B5EF4-FFF2-40B4-BE49-F238E27FC236}">
                <a16:creationId xmlns:a16="http://schemas.microsoft.com/office/drawing/2014/main" id="{A8306975-E42B-4422-BFB4-E6C4D78CF5D8}"/>
              </a:ext>
            </a:extLst>
          </p:cNvPr>
          <p:cNvSpPr>
            <a:spLocks noGrp="1"/>
          </p:cNvSpPr>
          <p:nvPr>
            <p:ph type="title"/>
          </p:nvPr>
        </p:nvSpPr>
        <p:spPr>
          <a:xfrm>
            <a:off x="228600" y="228600"/>
            <a:ext cx="8686800" cy="572700"/>
          </a:xfrm>
          <a:prstGeom prst="rect">
            <a:avLst/>
          </a:prstGeom>
        </p:spPr>
        <p:txBody>
          <a:bodyPr spcFirstLastPara="1" wrap="square" lIns="91425" tIns="91425" rIns="91425" bIns="91425" anchor="t">
            <a:noAutofit/>
          </a:bodyPr>
          <a:lstStyle>
            <a:lvl1pP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66" name="Google Shape;66;p16">
            <a:extLst>
              <a:ext uri="{FF2B5EF4-FFF2-40B4-BE49-F238E27FC236}">
                <a16:creationId xmlns:a16="http://schemas.microsoft.com/office/drawing/2014/main" id="{F7472338-D1DF-412E-8C54-BC559AC128A8}"/>
              </a:ext>
            </a:extLst>
          </p:cNvPr>
          <p:cNvSpPr>
            <a:spLocks noGrp="1"/>
          </p:cNvSpPr>
          <p:nvPr>
            <p:ph type="subTitle" idx="1"/>
          </p:nvPr>
        </p:nvSpPr>
        <p:spPr>
          <a:xfrm>
            <a:off x="4778050" y="1334504"/>
            <a:ext cx="4137300" cy="738900"/>
          </a:xfrm>
          <a:prstGeom prst="rect">
            <a:avLst/>
          </a:prstGeom>
        </p:spPr>
        <p:txBody>
          <a:bodyPr spcFirstLastPara="1" wrap="square" lIns="91425" tIns="91425" rIns="91425" bIns="91425" anchor="t">
            <a:noAutofit/>
          </a:bodyPr>
          <a:lstStyle>
            <a:lvl1pPr algn="r">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67" name="Google Shape;67;p16">
            <a:extLst>
              <a:ext uri="{FF2B5EF4-FFF2-40B4-BE49-F238E27FC236}">
                <a16:creationId xmlns:a16="http://schemas.microsoft.com/office/drawing/2014/main" id="{1ADCD414-1498-4E09-BB99-1081A8C7CD2D}"/>
              </a:ext>
            </a:extLst>
          </p:cNvPr>
          <p:cNvSpPr>
            <a:spLocks noGrp="1"/>
          </p:cNvSpPr>
          <p:nvPr>
            <p:ph type="subTitle" idx="2"/>
          </p:nvPr>
        </p:nvSpPr>
        <p:spPr>
          <a:xfrm>
            <a:off x="4778050" y="2666116"/>
            <a:ext cx="4136700" cy="738900"/>
          </a:xfrm>
          <a:prstGeom prst="rect">
            <a:avLst/>
          </a:prstGeom>
        </p:spPr>
        <p:txBody>
          <a:bodyPr spcFirstLastPara="1" wrap="square" lIns="91425" tIns="91425" rIns="91425" bIns="91425" anchor="t">
            <a:noAutofit/>
          </a:bodyPr>
          <a:lstStyle>
            <a:lvl1pPr algn="r">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68" name="Google Shape;68;p16">
            <a:extLst>
              <a:ext uri="{FF2B5EF4-FFF2-40B4-BE49-F238E27FC236}">
                <a16:creationId xmlns:a16="http://schemas.microsoft.com/office/drawing/2014/main" id="{9BD79769-EBD3-4D73-BFFE-B6204F1D20FA}"/>
              </a:ext>
            </a:extLst>
          </p:cNvPr>
          <p:cNvSpPr>
            <a:spLocks noGrp="1"/>
          </p:cNvSpPr>
          <p:nvPr>
            <p:ph type="subTitle" idx="3"/>
          </p:nvPr>
        </p:nvSpPr>
        <p:spPr>
          <a:xfrm>
            <a:off x="4778050" y="3997725"/>
            <a:ext cx="4136700" cy="738900"/>
          </a:xfrm>
          <a:prstGeom prst="rect">
            <a:avLst/>
          </a:prstGeom>
        </p:spPr>
        <p:txBody>
          <a:bodyPr spcFirstLastPara="1" wrap="square" lIns="91425" tIns="91425" rIns="91425" bIns="91425" anchor="t">
            <a:noAutofit/>
          </a:bodyPr>
          <a:lstStyle>
            <a:lvl1pPr algn="r">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69" name="Google Shape;69;p16">
            <a:extLst>
              <a:ext uri="{FF2B5EF4-FFF2-40B4-BE49-F238E27FC236}">
                <a16:creationId xmlns:a16="http://schemas.microsoft.com/office/drawing/2014/main" id="{AE3E8AF2-DBA9-48FD-872A-DF8827D9E267}"/>
              </a:ext>
            </a:extLst>
          </p:cNvPr>
          <p:cNvSpPr>
            <a:spLocks noGrp="1"/>
          </p:cNvSpPr>
          <p:nvPr>
            <p:ph type="subTitle" idx="4"/>
          </p:nvPr>
        </p:nvSpPr>
        <p:spPr>
          <a:xfrm>
            <a:off x="4778050" y="979600"/>
            <a:ext cx="4137300" cy="43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400"/>
              <a:buFont typeface="Space Grotesk"/>
              <a:buNone/>
              <a:defRPr sz="2400">
                <a:latin typeface="Space Grotesk"/>
                <a:ea typeface="Space Grotesk"/>
                <a:cs typeface="Space Grotesk"/>
              </a:defRPr>
            </a:lvl2pPr>
            <a:lvl3pPr algn="ctr">
              <a:lnSpc>
                <a:spcPct val="100000"/>
              </a:lnSpc>
              <a:spcBef>
                <a:spcPts val="0"/>
              </a:spcBef>
              <a:spcAft>
                <a:spcPts val="0"/>
              </a:spcAft>
              <a:buSzPts val="2400"/>
              <a:buFont typeface="Space Grotesk"/>
              <a:buNone/>
              <a:defRPr sz="2400">
                <a:latin typeface="Space Grotesk"/>
                <a:ea typeface="Space Grotesk"/>
                <a:cs typeface="Space Grotesk"/>
              </a:defRPr>
            </a:lvl3pPr>
            <a:lvl4pPr algn="ctr">
              <a:lnSpc>
                <a:spcPct val="100000"/>
              </a:lnSpc>
              <a:spcBef>
                <a:spcPts val="0"/>
              </a:spcBef>
              <a:spcAft>
                <a:spcPts val="0"/>
              </a:spcAft>
              <a:buSzPts val="2400"/>
              <a:buFont typeface="Space Grotesk"/>
              <a:buNone/>
              <a:defRPr sz="2400">
                <a:latin typeface="Space Grotesk"/>
                <a:ea typeface="Space Grotesk"/>
                <a:cs typeface="Space Grotesk"/>
              </a:defRPr>
            </a:lvl4pPr>
            <a:lvl5pPr algn="ctr">
              <a:lnSpc>
                <a:spcPct val="100000"/>
              </a:lnSpc>
              <a:spcBef>
                <a:spcPts val="0"/>
              </a:spcBef>
              <a:spcAft>
                <a:spcPts val="0"/>
              </a:spcAft>
              <a:buSzPts val="2400"/>
              <a:buFont typeface="Space Grotesk"/>
              <a:buNone/>
              <a:defRPr sz="2400">
                <a:latin typeface="Space Grotesk"/>
                <a:ea typeface="Space Grotesk"/>
                <a:cs typeface="Space Grotesk"/>
              </a:defRPr>
            </a:lvl5pPr>
            <a:lvl6pPr algn="ctr">
              <a:lnSpc>
                <a:spcPct val="100000"/>
              </a:lnSpc>
              <a:spcBef>
                <a:spcPts val="0"/>
              </a:spcBef>
              <a:spcAft>
                <a:spcPts val="0"/>
              </a:spcAft>
              <a:buSzPts val="2400"/>
              <a:buFont typeface="Space Grotesk"/>
              <a:buNone/>
              <a:defRPr sz="2400">
                <a:latin typeface="Space Grotesk"/>
                <a:ea typeface="Space Grotesk"/>
                <a:cs typeface="Space Grotesk"/>
              </a:defRPr>
            </a:lvl6pPr>
            <a:lvl7pPr algn="ctr">
              <a:lnSpc>
                <a:spcPct val="100000"/>
              </a:lnSpc>
              <a:spcBef>
                <a:spcPts val="0"/>
              </a:spcBef>
              <a:spcAft>
                <a:spcPts val="0"/>
              </a:spcAft>
              <a:buSzPts val="2400"/>
              <a:buFont typeface="Space Grotesk"/>
              <a:buNone/>
              <a:defRPr sz="2400">
                <a:latin typeface="Space Grotesk"/>
                <a:ea typeface="Space Grotesk"/>
                <a:cs typeface="Space Grotesk"/>
              </a:defRPr>
            </a:lvl7pPr>
            <a:lvl8pPr algn="ctr">
              <a:lnSpc>
                <a:spcPct val="100000"/>
              </a:lnSpc>
              <a:spcBef>
                <a:spcPts val="0"/>
              </a:spcBef>
              <a:spcAft>
                <a:spcPts val="0"/>
              </a:spcAft>
              <a:buSzPts val="2400"/>
              <a:buFont typeface="Space Grotesk"/>
              <a:buNone/>
              <a:defRPr sz="2400">
                <a:latin typeface="Space Grotesk"/>
                <a:ea typeface="Space Grotesk"/>
                <a:cs typeface="Space Grotesk"/>
              </a:defRPr>
            </a:lvl8pPr>
            <a:lvl9pPr algn="ct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70" name="Google Shape;70;p16">
            <a:extLst>
              <a:ext uri="{FF2B5EF4-FFF2-40B4-BE49-F238E27FC236}">
                <a16:creationId xmlns:a16="http://schemas.microsoft.com/office/drawing/2014/main" id="{D83D7431-4C66-4B7A-B368-9ED318D756A2}"/>
              </a:ext>
            </a:extLst>
          </p:cNvPr>
          <p:cNvSpPr>
            <a:spLocks noGrp="1"/>
          </p:cNvSpPr>
          <p:nvPr>
            <p:ph type="subTitle" idx="5"/>
          </p:nvPr>
        </p:nvSpPr>
        <p:spPr>
          <a:xfrm>
            <a:off x="4778050" y="2311209"/>
            <a:ext cx="4136700" cy="43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400"/>
              <a:buFont typeface="Space Grotesk"/>
              <a:buNone/>
              <a:defRPr sz="2400">
                <a:latin typeface="Space Grotesk"/>
                <a:ea typeface="Space Grotesk"/>
                <a:cs typeface="Space Grotesk"/>
              </a:defRPr>
            </a:lvl2pPr>
            <a:lvl3pPr algn="ctr">
              <a:lnSpc>
                <a:spcPct val="100000"/>
              </a:lnSpc>
              <a:spcBef>
                <a:spcPts val="0"/>
              </a:spcBef>
              <a:spcAft>
                <a:spcPts val="0"/>
              </a:spcAft>
              <a:buSzPts val="2400"/>
              <a:buFont typeface="Space Grotesk"/>
              <a:buNone/>
              <a:defRPr sz="2400">
                <a:latin typeface="Space Grotesk"/>
                <a:ea typeface="Space Grotesk"/>
                <a:cs typeface="Space Grotesk"/>
              </a:defRPr>
            </a:lvl3pPr>
            <a:lvl4pPr algn="ctr">
              <a:lnSpc>
                <a:spcPct val="100000"/>
              </a:lnSpc>
              <a:spcBef>
                <a:spcPts val="0"/>
              </a:spcBef>
              <a:spcAft>
                <a:spcPts val="0"/>
              </a:spcAft>
              <a:buSzPts val="2400"/>
              <a:buFont typeface="Space Grotesk"/>
              <a:buNone/>
              <a:defRPr sz="2400">
                <a:latin typeface="Space Grotesk"/>
                <a:ea typeface="Space Grotesk"/>
                <a:cs typeface="Space Grotesk"/>
              </a:defRPr>
            </a:lvl4pPr>
            <a:lvl5pPr algn="ctr">
              <a:lnSpc>
                <a:spcPct val="100000"/>
              </a:lnSpc>
              <a:spcBef>
                <a:spcPts val="0"/>
              </a:spcBef>
              <a:spcAft>
                <a:spcPts val="0"/>
              </a:spcAft>
              <a:buSzPts val="2400"/>
              <a:buFont typeface="Space Grotesk"/>
              <a:buNone/>
              <a:defRPr sz="2400">
                <a:latin typeface="Space Grotesk"/>
                <a:ea typeface="Space Grotesk"/>
                <a:cs typeface="Space Grotesk"/>
              </a:defRPr>
            </a:lvl5pPr>
            <a:lvl6pPr algn="ctr">
              <a:lnSpc>
                <a:spcPct val="100000"/>
              </a:lnSpc>
              <a:spcBef>
                <a:spcPts val="0"/>
              </a:spcBef>
              <a:spcAft>
                <a:spcPts val="0"/>
              </a:spcAft>
              <a:buSzPts val="2400"/>
              <a:buFont typeface="Space Grotesk"/>
              <a:buNone/>
              <a:defRPr sz="2400">
                <a:latin typeface="Space Grotesk"/>
                <a:ea typeface="Space Grotesk"/>
                <a:cs typeface="Space Grotesk"/>
              </a:defRPr>
            </a:lvl6pPr>
            <a:lvl7pPr algn="ctr">
              <a:lnSpc>
                <a:spcPct val="100000"/>
              </a:lnSpc>
              <a:spcBef>
                <a:spcPts val="0"/>
              </a:spcBef>
              <a:spcAft>
                <a:spcPts val="0"/>
              </a:spcAft>
              <a:buSzPts val="2400"/>
              <a:buFont typeface="Space Grotesk"/>
              <a:buNone/>
              <a:defRPr sz="2400">
                <a:latin typeface="Space Grotesk"/>
                <a:ea typeface="Space Grotesk"/>
                <a:cs typeface="Space Grotesk"/>
              </a:defRPr>
            </a:lvl7pPr>
            <a:lvl8pPr algn="ctr">
              <a:lnSpc>
                <a:spcPct val="100000"/>
              </a:lnSpc>
              <a:spcBef>
                <a:spcPts val="0"/>
              </a:spcBef>
              <a:spcAft>
                <a:spcPts val="0"/>
              </a:spcAft>
              <a:buSzPts val="2400"/>
              <a:buFont typeface="Space Grotesk"/>
              <a:buNone/>
              <a:defRPr sz="2400">
                <a:latin typeface="Space Grotesk"/>
                <a:ea typeface="Space Grotesk"/>
                <a:cs typeface="Space Grotesk"/>
              </a:defRPr>
            </a:lvl8pPr>
            <a:lvl9pPr algn="ct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71" name="Google Shape;71;p16">
            <a:extLst>
              <a:ext uri="{FF2B5EF4-FFF2-40B4-BE49-F238E27FC236}">
                <a16:creationId xmlns:a16="http://schemas.microsoft.com/office/drawing/2014/main" id="{22915AA6-2DFD-4D21-A1DB-28C36E77E9F2}"/>
              </a:ext>
            </a:extLst>
          </p:cNvPr>
          <p:cNvSpPr>
            <a:spLocks noGrp="1"/>
          </p:cNvSpPr>
          <p:nvPr>
            <p:ph type="subTitle" idx="6"/>
          </p:nvPr>
        </p:nvSpPr>
        <p:spPr>
          <a:xfrm>
            <a:off x="4778050" y="3642819"/>
            <a:ext cx="4136700" cy="43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4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400"/>
              <a:buFont typeface="Space Grotesk"/>
              <a:buNone/>
              <a:defRPr sz="2400">
                <a:latin typeface="Space Grotesk"/>
                <a:ea typeface="Space Grotesk"/>
                <a:cs typeface="Space Grotesk"/>
              </a:defRPr>
            </a:lvl2pPr>
            <a:lvl3pPr algn="ctr">
              <a:lnSpc>
                <a:spcPct val="100000"/>
              </a:lnSpc>
              <a:spcBef>
                <a:spcPts val="0"/>
              </a:spcBef>
              <a:spcAft>
                <a:spcPts val="0"/>
              </a:spcAft>
              <a:buSzPts val="2400"/>
              <a:buFont typeface="Space Grotesk"/>
              <a:buNone/>
              <a:defRPr sz="2400">
                <a:latin typeface="Space Grotesk"/>
                <a:ea typeface="Space Grotesk"/>
                <a:cs typeface="Space Grotesk"/>
              </a:defRPr>
            </a:lvl3pPr>
            <a:lvl4pPr algn="ctr">
              <a:lnSpc>
                <a:spcPct val="100000"/>
              </a:lnSpc>
              <a:spcBef>
                <a:spcPts val="0"/>
              </a:spcBef>
              <a:spcAft>
                <a:spcPts val="0"/>
              </a:spcAft>
              <a:buSzPts val="2400"/>
              <a:buFont typeface="Space Grotesk"/>
              <a:buNone/>
              <a:defRPr sz="2400">
                <a:latin typeface="Space Grotesk"/>
                <a:ea typeface="Space Grotesk"/>
                <a:cs typeface="Space Grotesk"/>
              </a:defRPr>
            </a:lvl4pPr>
            <a:lvl5pPr algn="ctr">
              <a:lnSpc>
                <a:spcPct val="100000"/>
              </a:lnSpc>
              <a:spcBef>
                <a:spcPts val="0"/>
              </a:spcBef>
              <a:spcAft>
                <a:spcPts val="0"/>
              </a:spcAft>
              <a:buSzPts val="2400"/>
              <a:buFont typeface="Space Grotesk"/>
              <a:buNone/>
              <a:defRPr sz="2400">
                <a:latin typeface="Space Grotesk"/>
                <a:ea typeface="Space Grotesk"/>
                <a:cs typeface="Space Grotesk"/>
              </a:defRPr>
            </a:lvl5pPr>
            <a:lvl6pPr algn="ctr">
              <a:lnSpc>
                <a:spcPct val="100000"/>
              </a:lnSpc>
              <a:spcBef>
                <a:spcPts val="0"/>
              </a:spcBef>
              <a:spcAft>
                <a:spcPts val="0"/>
              </a:spcAft>
              <a:buSzPts val="2400"/>
              <a:buFont typeface="Space Grotesk"/>
              <a:buNone/>
              <a:defRPr sz="2400">
                <a:latin typeface="Space Grotesk"/>
                <a:ea typeface="Space Grotesk"/>
                <a:cs typeface="Space Grotesk"/>
              </a:defRPr>
            </a:lvl6pPr>
            <a:lvl7pPr algn="ctr">
              <a:lnSpc>
                <a:spcPct val="100000"/>
              </a:lnSpc>
              <a:spcBef>
                <a:spcPts val="0"/>
              </a:spcBef>
              <a:spcAft>
                <a:spcPts val="0"/>
              </a:spcAft>
              <a:buSzPts val="2400"/>
              <a:buFont typeface="Space Grotesk"/>
              <a:buNone/>
              <a:defRPr sz="2400">
                <a:latin typeface="Space Grotesk"/>
                <a:ea typeface="Space Grotesk"/>
                <a:cs typeface="Space Grotesk"/>
              </a:defRPr>
            </a:lvl7pPr>
            <a:lvl8pPr algn="ctr">
              <a:lnSpc>
                <a:spcPct val="100000"/>
              </a:lnSpc>
              <a:spcBef>
                <a:spcPts val="0"/>
              </a:spcBef>
              <a:spcAft>
                <a:spcPts val="0"/>
              </a:spcAft>
              <a:buSzPts val="2400"/>
              <a:buFont typeface="Space Grotesk"/>
              <a:buNone/>
              <a:defRPr sz="2400">
                <a:latin typeface="Space Grotesk"/>
                <a:ea typeface="Space Grotesk"/>
                <a:cs typeface="Space Grotesk"/>
              </a:defRPr>
            </a:lvl8pPr>
            <a:lvl9pPr algn="ctr">
              <a:lnSpc>
                <a:spcPct val="100000"/>
              </a:lnSpc>
              <a:spcBef>
                <a:spcPts val="0"/>
              </a:spcBef>
              <a:spcAft>
                <a:spcPts val="0"/>
              </a:spcAft>
              <a:buSzPts val="2400"/>
              <a:buFont typeface="Space Grotesk"/>
              <a:buNone/>
              <a:defRPr sz="2400">
                <a:latin typeface="Space Grotesk"/>
                <a:ea typeface="Space Grotesk"/>
                <a:cs typeface="Space Grotesk"/>
              </a:defRPr>
            </a:lvl9pPr>
          </a:lstStyle>
          <a:p>
            <a:endParaRPr/>
          </a:p>
        </p:txBody>
      </p:sp>
      <p:sp>
        <p:nvSpPr>
          <p:cNvPr id="72" name="Google Shape;72;p16">
            <a:extLst>
              <a:ext uri="{FF2B5EF4-FFF2-40B4-BE49-F238E27FC236}">
                <a16:creationId xmlns:a16="http://schemas.microsoft.com/office/drawing/2014/main" id="{E91DCF14-E073-48E4-BC01-1C0EEC0C0D10}"/>
              </a:ext>
            </a:extLst>
          </p:cNvPr>
          <p:cNvSpPr>
            <a:spLocks noGrp="1"/>
          </p:cNvSpPr>
          <p:nvPr>
            <p:ph type="pic" idx="7"/>
          </p:nvPr>
        </p:nvSpPr>
        <p:spPr>
          <a:xfrm>
            <a:off x="228600" y="891600"/>
            <a:ext cx="3602700" cy="4023300"/>
          </a:xfrm>
          <a:prstGeom prst="rect">
            <a:avLst/>
          </a:prstGeom>
          <a:noFill/>
          <a:ln w="9525" cmpd="sng">
            <a:solidFill>
              <a:schemeClr val="dk1"/>
            </a:solidFill>
            <a:prstDash val="soli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
        <p:cNvGrpSpPr/>
        <p:nvPr/>
      </p:nvGrpSpPr>
      <p:grpSpPr>
        <a:xfrm>
          <a:off x="0" y="0"/>
          <a:ext cx="0" cy="0"/>
          <a:chOff x="0" y="0"/>
          <a:chExt cx="0" cy="0"/>
        </a:xfrm>
      </p:grpSpPr>
      <p:sp>
        <p:nvSpPr>
          <p:cNvPr id="74" name="Google Shape;74;p17">
            <a:extLst>
              <a:ext uri="{FF2B5EF4-FFF2-40B4-BE49-F238E27FC236}">
                <a16:creationId xmlns:a16="http://schemas.microsoft.com/office/drawing/2014/main" id="{74E629F1-7B66-4704-A4F1-D0821B096825}"/>
              </a:ext>
            </a:extLst>
          </p:cNvPr>
          <p:cNvSpPr>
            <a:spLocks noGrp="1"/>
          </p:cNvSpPr>
          <p:nvPr>
            <p:ph type="title"/>
          </p:nvPr>
        </p:nvSpPr>
        <p:spPr>
          <a:xfrm>
            <a:off x="228600" y="228600"/>
            <a:ext cx="8686500" cy="572700"/>
          </a:xfrm>
          <a:prstGeom prst="rect">
            <a:avLst/>
          </a:prstGeom>
        </p:spPr>
        <p:txBody>
          <a:bodyPr spcFirstLastPara="1" wrap="square" lIns="91425" tIns="91425" rIns="91425" bIns="91425" anchor="t">
            <a:noAutofit/>
          </a:bodyPr>
          <a:lstStyle>
            <a:lvl1pPr algn="ctr">
              <a:spcBef>
                <a:spcPts val="0"/>
              </a:spcBef>
              <a:spcAft>
                <a:spcPts val="0"/>
              </a:spcAft>
              <a:buSzPts val="2600"/>
              <a:buNone/>
              <a:defRPr/>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75" name="Google Shape;75;p17">
            <a:extLst>
              <a:ext uri="{FF2B5EF4-FFF2-40B4-BE49-F238E27FC236}">
                <a16:creationId xmlns:a16="http://schemas.microsoft.com/office/drawing/2014/main" id="{804C8A0B-D2EC-4DE3-858D-B2894B829F39}"/>
              </a:ext>
            </a:extLst>
          </p:cNvPr>
          <p:cNvSpPr>
            <a:spLocks noGrp="1"/>
          </p:cNvSpPr>
          <p:nvPr>
            <p:ph type="subTitle" idx="1"/>
          </p:nvPr>
        </p:nvSpPr>
        <p:spPr>
          <a:xfrm>
            <a:off x="513256" y="1874225"/>
            <a:ext cx="3903300" cy="738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76" name="Google Shape;76;p17">
            <a:extLst>
              <a:ext uri="{FF2B5EF4-FFF2-40B4-BE49-F238E27FC236}">
                <a16:creationId xmlns:a16="http://schemas.microsoft.com/office/drawing/2014/main" id="{F7F2F3A0-EF57-42AB-BEFE-AB08D0138245}"/>
              </a:ext>
            </a:extLst>
          </p:cNvPr>
          <p:cNvSpPr>
            <a:spLocks noGrp="1"/>
          </p:cNvSpPr>
          <p:nvPr>
            <p:ph type="subTitle" idx="2"/>
          </p:nvPr>
        </p:nvSpPr>
        <p:spPr>
          <a:xfrm>
            <a:off x="4727444" y="1874225"/>
            <a:ext cx="3903300" cy="738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77" name="Google Shape;77;p17">
            <a:extLst>
              <a:ext uri="{FF2B5EF4-FFF2-40B4-BE49-F238E27FC236}">
                <a16:creationId xmlns:a16="http://schemas.microsoft.com/office/drawing/2014/main" id="{AFFB8DF9-0E9C-47DB-92DB-A2E06EE5E082}"/>
              </a:ext>
            </a:extLst>
          </p:cNvPr>
          <p:cNvSpPr>
            <a:spLocks noGrp="1"/>
          </p:cNvSpPr>
          <p:nvPr>
            <p:ph type="subTitle" idx="3"/>
          </p:nvPr>
        </p:nvSpPr>
        <p:spPr>
          <a:xfrm>
            <a:off x="513256" y="3412600"/>
            <a:ext cx="3903300" cy="738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78" name="Google Shape;78;p17">
            <a:extLst>
              <a:ext uri="{FF2B5EF4-FFF2-40B4-BE49-F238E27FC236}">
                <a16:creationId xmlns:a16="http://schemas.microsoft.com/office/drawing/2014/main" id="{7F8E0FB4-B34E-4B3B-A459-EE3DFC0D5D99}"/>
              </a:ext>
            </a:extLst>
          </p:cNvPr>
          <p:cNvSpPr>
            <a:spLocks noGrp="1"/>
          </p:cNvSpPr>
          <p:nvPr>
            <p:ph type="subTitle" idx="4"/>
          </p:nvPr>
        </p:nvSpPr>
        <p:spPr>
          <a:xfrm>
            <a:off x="4727444" y="3412600"/>
            <a:ext cx="3903300" cy="738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79" name="Google Shape;79;p17">
            <a:extLst>
              <a:ext uri="{FF2B5EF4-FFF2-40B4-BE49-F238E27FC236}">
                <a16:creationId xmlns:a16="http://schemas.microsoft.com/office/drawing/2014/main" id="{7BF3FC09-94D6-4B5D-8AE7-E1DBB0BE0F98}"/>
              </a:ext>
            </a:extLst>
          </p:cNvPr>
          <p:cNvSpPr>
            <a:spLocks noGrp="1"/>
          </p:cNvSpPr>
          <p:nvPr>
            <p:ph type="subTitle" idx="5"/>
          </p:nvPr>
        </p:nvSpPr>
        <p:spPr>
          <a:xfrm>
            <a:off x="513257" y="1519325"/>
            <a:ext cx="3903300" cy="4311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SzPts val="20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000"/>
              <a:buFont typeface="Space Grotesk"/>
              <a:buNone/>
              <a:defRPr sz="2000" b="1">
                <a:latin typeface="Space Grotesk"/>
                <a:ea typeface="Space Grotesk"/>
                <a:cs typeface="Space Grotesk"/>
              </a:defRPr>
            </a:lvl2pPr>
            <a:lvl3pPr algn="ctr">
              <a:lnSpc>
                <a:spcPct val="100000"/>
              </a:lnSpc>
              <a:spcBef>
                <a:spcPts val="0"/>
              </a:spcBef>
              <a:spcAft>
                <a:spcPts val="0"/>
              </a:spcAft>
              <a:buSzPts val="2000"/>
              <a:buFont typeface="Space Grotesk"/>
              <a:buNone/>
              <a:defRPr sz="2000" b="1">
                <a:latin typeface="Space Grotesk"/>
                <a:ea typeface="Space Grotesk"/>
                <a:cs typeface="Space Grotesk"/>
              </a:defRPr>
            </a:lvl3pPr>
            <a:lvl4pPr algn="ctr">
              <a:lnSpc>
                <a:spcPct val="100000"/>
              </a:lnSpc>
              <a:spcBef>
                <a:spcPts val="0"/>
              </a:spcBef>
              <a:spcAft>
                <a:spcPts val="0"/>
              </a:spcAft>
              <a:buSzPts val="2000"/>
              <a:buFont typeface="Space Grotesk"/>
              <a:buNone/>
              <a:defRPr sz="2000" b="1">
                <a:latin typeface="Space Grotesk"/>
                <a:ea typeface="Space Grotesk"/>
                <a:cs typeface="Space Grotesk"/>
              </a:defRPr>
            </a:lvl4pPr>
            <a:lvl5pPr algn="ctr">
              <a:lnSpc>
                <a:spcPct val="100000"/>
              </a:lnSpc>
              <a:spcBef>
                <a:spcPts val="0"/>
              </a:spcBef>
              <a:spcAft>
                <a:spcPts val="0"/>
              </a:spcAft>
              <a:buSzPts val="2000"/>
              <a:buFont typeface="Space Grotesk"/>
              <a:buNone/>
              <a:defRPr sz="2000" b="1">
                <a:latin typeface="Space Grotesk"/>
                <a:ea typeface="Space Grotesk"/>
                <a:cs typeface="Space Grotesk"/>
              </a:defRPr>
            </a:lvl5pPr>
            <a:lvl6pPr algn="ctr">
              <a:lnSpc>
                <a:spcPct val="100000"/>
              </a:lnSpc>
              <a:spcBef>
                <a:spcPts val="0"/>
              </a:spcBef>
              <a:spcAft>
                <a:spcPts val="0"/>
              </a:spcAft>
              <a:buSzPts val="2000"/>
              <a:buFont typeface="Space Grotesk"/>
              <a:buNone/>
              <a:defRPr sz="2000" b="1">
                <a:latin typeface="Space Grotesk"/>
                <a:ea typeface="Space Grotesk"/>
                <a:cs typeface="Space Grotesk"/>
              </a:defRPr>
            </a:lvl6pPr>
            <a:lvl7pPr algn="ctr">
              <a:lnSpc>
                <a:spcPct val="100000"/>
              </a:lnSpc>
              <a:spcBef>
                <a:spcPts val="0"/>
              </a:spcBef>
              <a:spcAft>
                <a:spcPts val="0"/>
              </a:spcAft>
              <a:buSzPts val="2000"/>
              <a:buFont typeface="Space Grotesk"/>
              <a:buNone/>
              <a:defRPr sz="2000" b="1">
                <a:latin typeface="Space Grotesk"/>
                <a:ea typeface="Space Grotesk"/>
                <a:cs typeface="Space Grotesk"/>
              </a:defRPr>
            </a:lvl7pPr>
            <a:lvl8pPr algn="ctr">
              <a:lnSpc>
                <a:spcPct val="100000"/>
              </a:lnSpc>
              <a:spcBef>
                <a:spcPts val="0"/>
              </a:spcBef>
              <a:spcAft>
                <a:spcPts val="0"/>
              </a:spcAft>
              <a:buSzPts val="2000"/>
              <a:buFont typeface="Space Grotesk"/>
              <a:buNone/>
              <a:defRPr sz="2000" b="1">
                <a:latin typeface="Space Grotesk"/>
                <a:ea typeface="Space Grotesk"/>
                <a:cs typeface="Space Grotesk"/>
              </a:defRPr>
            </a:lvl8pPr>
            <a:lvl9pPr algn="ctr">
              <a:lnSpc>
                <a:spcPct val="100000"/>
              </a:lnSpc>
              <a:spcBef>
                <a:spcPts val="0"/>
              </a:spcBef>
              <a:spcAft>
                <a:spcPts val="0"/>
              </a:spcAft>
              <a:buSzPts val="2000"/>
              <a:buFont typeface="Space Grotesk"/>
              <a:buNone/>
              <a:defRPr sz="2000" b="1">
                <a:latin typeface="Space Grotesk"/>
                <a:ea typeface="Space Grotesk"/>
                <a:cs typeface="Space Grotesk"/>
              </a:defRPr>
            </a:lvl9pPr>
          </a:lstStyle>
          <a:p>
            <a:endParaRPr/>
          </a:p>
        </p:txBody>
      </p:sp>
      <p:sp>
        <p:nvSpPr>
          <p:cNvPr id="80" name="Google Shape;80;p17">
            <a:extLst>
              <a:ext uri="{FF2B5EF4-FFF2-40B4-BE49-F238E27FC236}">
                <a16:creationId xmlns:a16="http://schemas.microsoft.com/office/drawing/2014/main" id="{78AAA2E6-0D07-452D-8952-72391358B4FE}"/>
              </a:ext>
            </a:extLst>
          </p:cNvPr>
          <p:cNvSpPr>
            <a:spLocks noGrp="1"/>
          </p:cNvSpPr>
          <p:nvPr>
            <p:ph type="subTitle" idx="6"/>
          </p:nvPr>
        </p:nvSpPr>
        <p:spPr>
          <a:xfrm>
            <a:off x="513257" y="3057700"/>
            <a:ext cx="3903300" cy="4311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SzPts val="20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000"/>
              <a:buFont typeface="Space Grotesk"/>
              <a:buNone/>
              <a:defRPr sz="2000" b="1">
                <a:latin typeface="Space Grotesk"/>
                <a:ea typeface="Space Grotesk"/>
                <a:cs typeface="Space Grotesk"/>
              </a:defRPr>
            </a:lvl2pPr>
            <a:lvl3pPr algn="ctr">
              <a:lnSpc>
                <a:spcPct val="100000"/>
              </a:lnSpc>
              <a:spcBef>
                <a:spcPts val="0"/>
              </a:spcBef>
              <a:spcAft>
                <a:spcPts val="0"/>
              </a:spcAft>
              <a:buSzPts val="2000"/>
              <a:buFont typeface="Space Grotesk"/>
              <a:buNone/>
              <a:defRPr sz="2000" b="1">
                <a:latin typeface="Space Grotesk"/>
                <a:ea typeface="Space Grotesk"/>
                <a:cs typeface="Space Grotesk"/>
              </a:defRPr>
            </a:lvl3pPr>
            <a:lvl4pPr algn="ctr">
              <a:lnSpc>
                <a:spcPct val="100000"/>
              </a:lnSpc>
              <a:spcBef>
                <a:spcPts val="0"/>
              </a:spcBef>
              <a:spcAft>
                <a:spcPts val="0"/>
              </a:spcAft>
              <a:buSzPts val="2000"/>
              <a:buFont typeface="Space Grotesk"/>
              <a:buNone/>
              <a:defRPr sz="2000" b="1">
                <a:latin typeface="Space Grotesk"/>
                <a:ea typeface="Space Grotesk"/>
                <a:cs typeface="Space Grotesk"/>
              </a:defRPr>
            </a:lvl4pPr>
            <a:lvl5pPr algn="ctr">
              <a:lnSpc>
                <a:spcPct val="100000"/>
              </a:lnSpc>
              <a:spcBef>
                <a:spcPts val="0"/>
              </a:spcBef>
              <a:spcAft>
                <a:spcPts val="0"/>
              </a:spcAft>
              <a:buSzPts val="2000"/>
              <a:buFont typeface="Space Grotesk"/>
              <a:buNone/>
              <a:defRPr sz="2000" b="1">
                <a:latin typeface="Space Grotesk"/>
                <a:ea typeface="Space Grotesk"/>
                <a:cs typeface="Space Grotesk"/>
              </a:defRPr>
            </a:lvl5pPr>
            <a:lvl6pPr algn="ctr">
              <a:lnSpc>
                <a:spcPct val="100000"/>
              </a:lnSpc>
              <a:spcBef>
                <a:spcPts val="0"/>
              </a:spcBef>
              <a:spcAft>
                <a:spcPts val="0"/>
              </a:spcAft>
              <a:buSzPts val="2000"/>
              <a:buFont typeface="Space Grotesk"/>
              <a:buNone/>
              <a:defRPr sz="2000" b="1">
                <a:latin typeface="Space Grotesk"/>
                <a:ea typeface="Space Grotesk"/>
                <a:cs typeface="Space Grotesk"/>
              </a:defRPr>
            </a:lvl6pPr>
            <a:lvl7pPr algn="ctr">
              <a:lnSpc>
                <a:spcPct val="100000"/>
              </a:lnSpc>
              <a:spcBef>
                <a:spcPts val="0"/>
              </a:spcBef>
              <a:spcAft>
                <a:spcPts val="0"/>
              </a:spcAft>
              <a:buSzPts val="2000"/>
              <a:buFont typeface="Space Grotesk"/>
              <a:buNone/>
              <a:defRPr sz="2000" b="1">
                <a:latin typeface="Space Grotesk"/>
                <a:ea typeface="Space Grotesk"/>
                <a:cs typeface="Space Grotesk"/>
              </a:defRPr>
            </a:lvl7pPr>
            <a:lvl8pPr algn="ctr">
              <a:lnSpc>
                <a:spcPct val="100000"/>
              </a:lnSpc>
              <a:spcBef>
                <a:spcPts val="0"/>
              </a:spcBef>
              <a:spcAft>
                <a:spcPts val="0"/>
              </a:spcAft>
              <a:buSzPts val="2000"/>
              <a:buFont typeface="Space Grotesk"/>
              <a:buNone/>
              <a:defRPr sz="2000" b="1">
                <a:latin typeface="Space Grotesk"/>
                <a:ea typeface="Space Grotesk"/>
                <a:cs typeface="Space Grotesk"/>
              </a:defRPr>
            </a:lvl8pPr>
            <a:lvl9pPr algn="ctr">
              <a:lnSpc>
                <a:spcPct val="100000"/>
              </a:lnSpc>
              <a:spcBef>
                <a:spcPts val="0"/>
              </a:spcBef>
              <a:spcAft>
                <a:spcPts val="0"/>
              </a:spcAft>
              <a:buSzPts val="2000"/>
              <a:buFont typeface="Space Grotesk"/>
              <a:buNone/>
              <a:defRPr sz="2000" b="1">
                <a:latin typeface="Space Grotesk"/>
                <a:ea typeface="Space Grotesk"/>
                <a:cs typeface="Space Grotesk"/>
              </a:defRPr>
            </a:lvl9pPr>
          </a:lstStyle>
          <a:p>
            <a:endParaRPr/>
          </a:p>
        </p:txBody>
      </p:sp>
      <p:sp>
        <p:nvSpPr>
          <p:cNvPr id="81" name="Google Shape;81;p17">
            <a:extLst>
              <a:ext uri="{FF2B5EF4-FFF2-40B4-BE49-F238E27FC236}">
                <a16:creationId xmlns:a16="http://schemas.microsoft.com/office/drawing/2014/main" id="{03C6E8E4-4DE7-4007-B61E-C1ED55500A0D}"/>
              </a:ext>
            </a:extLst>
          </p:cNvPr>
          <p:cNvSpPr>
            <a:spLocks noGrp="1"/>
          </p:cNvSpPr>
          <p:nvPr>
            <p:ph type="subTitle" idx="7"/>
          </p:nvPr>
        </p:nvSpPr>
        <p:spPr>
          <a:xfrm>
            <a:off x="4727408" y="1519325"/>
            <a:ext cx="3903300" cy="4311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SzPts val="20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000"/>
              <a:buFont typeface="Space Grotesk"/>
              <a:buNone/>
              <a:defRPr sz="2000" b="1">
                <a:latin typeface="Space Grotesk"/>
                <a:ea typeface="Space Grotesk"/>
                <a:cs typeface="Space Grotesk"/>
              </a:defRPr>
            </a:lvl2pPr>
            <a:lvl3pPr algn="ctr">
              <a:lnSpc>
                <a:spcPct val="100000"/>
              </a:lnSpc>
              <a:spcBef>
                <a:spcPts val="0"/>
              </a:spcBef>
              <a:spcAft>
                <a:spcPts val="0"/>
              </a:spcAft>
              <a:buSzPts val="2000"/>
              <a:buFont typeface="Space Grotesk"/>
              <a:buNone/>
              <a:defRPr sz="2000" b="1">
                <a:latin typeface="Space Grotesk"/>
                <a:ea typeface="Space Grotesk"/>
                <a:cs typeface="Space Grotesk"/>
              </a:defRPr>
            </a:lvl3pPr>
            <a:lvl4pPr algn="ctr">
              <a:lnSpc>
                <a:spcPct val="100000"/>
              </a:lnSpc>
              <a:spcBef>
                <a:spcPts val="0"/>
              </a:spcBef>
              <a:spcAft>
                <a:spcPts val="0"/>
              </a:spcAft>
              <a:buSzPts val="2000"/>
              <a:buFont typeface="Space Grotesk"/>
              <a:buNone/>
              <a:defRPr sz="2000" b="1">
                <a:latin typeface="Space Grotesk"/>
                <a:ea typeface="Space Grotesk"/>
                <a:cs typeface="Space Grotesk"/>
              </a:defRPr>
            </a:lvl4pPr>
            <a:lvl5pPr algn="ctr">
              <a:lnSpc>
                <a:spcPct val="100000"/>
              </a:lnSpc>
              <a:spcBef>
                <a:spcPts val="0"/>
              </a:spcBef>
              <a:spcAft>
                <a:spcPts val="0"/>
              </a:spcAft>
              <a:buSzPts val="2000"/>
              <a:buFont typeface="Space Grotesk"/>
              <a:buNone/>
              <a:defRPr sz="2000" b="1">
                <a:latin typeface="Space Grotesk"/>
                <a:ea typeface="Space Grotesk"/>
                <a:cs typeface="Space Grotesk"/>
              </a:defRPr>
            </a:lvl5pPr>
            <a:lvl6pPr algn="ctr">
              <a:lnSpc>
                <a:spcPct val="100000"/>
              </a:lnSpc>
              <a:spcBef>
                <a:spcPts val="0"/>
              </a:spcBef>
              <a:spcAft>
                <a:spcPts val="0"/>
              </a:spcAft>
              <a:buSzPts val="2000"/>
              <a:buFont typeface="Space Grotesk"/>
              <a:buNone/>
              <a:defRPr sz="2000" b="1">
                <a:latin typeface="Space Grotesk"/>
                <a:ea typeface="Space Grotesk"/>
                <a:cs typeface="Space Grotesk"/>
              </a:defRPr>
            </a:lvl6pPr>
            <a:lvl7pPr algn="ctr">
              <a:lnSpc>
                <a:spcPct val="100000"/>
              </a:lnSpc>
              <a:spcBef>
                <a:spcPts val="0"/>
              </a:spcBef>
              <a:spcAft>
                <a:spcPts val="0"/>
              </a:spcAft>
              <a:buSzPts val="2000"/>
              <a:buFont typeface="Space Grotesk"/>
              <a:buNone/>
              <a:defRPr sz="2000" b="1">
                <a:latin typeface="Space Grotesk"/>
                <a:ea typeface="Space Grotesk"/>
                <a:cs typeface="Space Grotesk"/>
              </a:defRPr>
            </a:lvl7pPr>
            <a:lvl8pPr algn="ctr">
              <a:lnSpc>
                <a:spcPct val="100000"/>
              </a:lnSpc>
              <a:spcBef>
                <a:spcPts val="0"/>
              </a:spcBef>
              <a:spcAft>
                <a:spcPts val="0"/>
              </a:spcAft>
              <a:buSzPts val="2000"/>
              <a:buFont typeface="Space Grotesk"/>
              <a:buNone/>
              <a:defRPr sz="2000" b="1">
                <a:latin typeface="Space Grotesk"/>
                <a:ea typeface="Space Grotesk"/>
                <a:cs typeface="Space Grotesk"/>
              </a:defRPr>
            </a:lvl8pPr>
            <a:lvl9pPr algn="ctr">
              <a:lnSpc>
                <a:spcPct val="100000"/>
              </a:lnSpc>
              <a:spcBef>
                <a:spcPts val="0"/>
              </a:spcBef>
              <a:spcAft>
                <a:spcPts val="0"/>
              </a:spcAft>
              <a:buSzPts val="2000"/>
              <a:buFont typeface="Space Grotesk"/>
              <a:buNone/>
              <a:defRPr sz="2000" b="1">
                <a:latin typeface="Space Grotesk"/>
                <a:ea typeface="Space Grotesk"/>
                <a:cs typeface="Space Grotesk"/>
              </a:defRPr>
            </a:lvl9pPr>
          </a:lstStyle>
          <a:p>
            <a:endParaRPr/>
          </a:p>
        </p:txBody>
      </p:sp>
      <p:sp>
        <p:nvSpPr>
          <p:cNvPr id="82" name="Google Shape;82;p17">
            <a:extLst>
              <a:ext uri="{FF2B5EF4-FFF2-40B4-BE49-F238E27FC236}">
                <a16:creationId xmlns:a16="http://schemas.microsoft.com/office/drawing/2014/main" id="{6CC0EC5A-48A4-4EB9-B59F-3587C424F837}"/>
              </a:ext>
            </a:extLst>
          </p:cNvPr>
          <p:cNvSpPr>
            <a:spLocks noGrp="1"/>
          </p:cNvSpPr>
          <p:nvPr>
            <p:ph type="subTitle" idx="8"/>
          </p:nvPr>
        </p:nvSpPr>
        <p:spPr>
          <a:xfrm>
            <a:off x="4727408" y="3057700"/>
            <a:ext cx="3903300" cy="431100"/>
          </a:xfrm>
          <a:prstGeom prst="rect">
            <a:avLst/>
          </a:prstGeom>
        </p:spPr>
        <p:txBody>
          <a:bodyPr spcFirstLastPara="1" wrap="square" lIns="91425" tIns="91425" rIns="91425" bIns="91425" anchor="b">
            <a:noAutofit/>
          </a:bodyPr>
          <a:lstStyle>
            <a:lvl1pPr algn="ctr">
              <a:lnSpc>
                <a:spcPct val="100000"/>
              </a:lnSpc>
              <a:spcBef>
                <a:spcPts val="0"/>
              </a:spcBef>
              <a:spcAft>
                <a:spcPts val="0"/>
              </a:spcAft>
              <a:buSzPts val="2000"/>
              <a:buFont typeface="Space Grotesk"/>
              <a:buNone/>
              <a:defRPr sz="1600" b="1">
                <a:solidFill>
                  <a:schemeClr val="dk1"/>
                </a:solidFill>
                <a:latin typeface="Space Grotesk"/>
                <a:ea typeface="Space Grotesk"/>
                <a:cs typeface="Space Grotesk"/>
              </a:defRPr>
            </a:lvl1pPr>
            <a:lvl2pPr algn="ctr">
              <a:lnSpc>
                <a:spcPct val="100000"/>
              </a:lnSpc>
              <a:spcBef>
                <a:spcPts val="0"/>
              </a:spcBef>
              <a:spcAft>
                <a:spcPts val="0"/>
              </a:spcAft>
              <a:buSzPts val="2000"/>
              <a:buFont typeface="Space Grotesk"/>
              <a:buNone/>
              <a:defRPr sz="2000" b="1">
                <a:latin typeface="Space Grotesk"/>
                <a:ea typeface="Space Grotesk"/>
                <a:cs typeface="Space Grotesk"/>
              </a:defRPr>
            </a:lvl2pPr>
            <a:lvl3pPr algn="ctr">
              <a:lnSpc>
                <a:spcPct val="100000"/>
              </a:lnSpc>
              <a:spcBef>
                <a:spcPts val="0"/>
              </a:spcBef>
              <a:spcAft>
                <a:spcPts val="0"/>
              </a:spcAft>
              <a:buSzPts val="2000"/>
              <a:buFont typeface="Space Grotesk"/>
              <a:buNone/>
              <a:defRPr sz="2000" b="1">
                <a:latin typeface="Space Grotesk"/>
                <a:ea typeface="Space Grotesk"/>
                <a:cs typeface="Space Grotesk"/>
              </a:defRPr>
            </a:lvl3pPr>
            <a:lvl4pPr algn="ctr">
              <a:lnSpc>
                <a:spcPct val="100000"/>
              </a:lnSpc>
              <a:spcBef>
                <a:spcPts val="0"/>
              </a:spcBef>
              <a:spcAft>
                <a:spcPts val="0"/>
              </a:spcAft>
              <a:buSzPts val="2000"/>
              <a:buFont typeface="Space Grotesk"/>
              <a:buNone/>
              <a:defRPr sz="2000" b="1">
                <a:latin typeface="Space Grotesk"/>
                <a:ea typeface="Space Grotesk"/>
                <a:cs typeface="Space Grotesk"/>
              </a:defRPr>
            </a:lvl4pPr>
            <a:lvl5pPr algn="ctr">
              <a:lnSpc>
                <a:spcPct val="100000"/>
              </a:lnSpc>
              <a:spcBef>
                <a:spcPts val="0"/>
              </a:spcBef>
              <a:spcAft>
                <a:spcPts val="0"/>
              </a:spcAft>
              <a:buSzPts val="2000"/>
              <a:buFont typeface="Space Grotesk"/>
              <a:buNone/>
              <a:defRPr sz="2000" b="1">
                <a:latin typeface="Space Grotesk"/>
                <a:ea typeface="Space Grotesk"/>
                <a:cs typeface="Space Grotesk"/>
              </a:defRPr>
            </a:lvl5pPr>
            <a:lvl6pPr algn="ctr">
              <a:lnSpc>
                <a:spcPct val="100000"/>
              </a:lnSpc>
              <a:spcBef>
                <a:spcPts val="0"/>
              </a:spcBef>
              <a:spcAft>
                <a:spcPts val="0"/>
              </a:spcAft>
              <a:buSzPts val="2000"/>
              <a:buFont typeface="Space Grotesk"/>
              <a:buNone/>
              <a:defRPr sz="2000" b="1">
                <a:latin typeface="Space Grotesk"/>
                <a:ea typeface="Space Grotesk"/>
                <a:cs typeface="Space Grotesk"/>
              </a:defRPr>
            </a:lvl6pPr>
            <a:lvl7pPr algn="ctr">
              <a:lnSpc>
                <a:spcPct val="100000"/>
              </a:lnSpc>
              <a:spcBef>
                <a:spcPts val="0"/>
              </a:spcBef>
              <a:spcAft>
                <a:spcPts val="0"/>
              </a:spcAft>
              <a:buSzPts val="2000"/>
              <a:buFont typeface="Space Grotesk"/>
              <a:buNone/>
              <a:defRPr sz="2000" b="1">
                <a:latin typeface="Space Grotesk"/>
                <a:ea typeface="Space Grotesk"/>
                <a:cs typeface="Space Grotesk"/>
              </a:defRPr>
            </a:lvl7pPr>
            <a:lvl8pPr algn="ctr">
              <a:lnSpc>
                <a:spcPct val="100000"/>
              </a:lnSpc>
              <a:spcBef>
                <a:spcPts val="0"/>
              </a:spcBef>
              <a:spcAft>
                <a:spcPts val="0"/>
              </a:spcAft>
              <a:buSzPts val="2000"/>
              <a:buFont typeface="Space Grotesk"/>
              <a:buNone/>
              <a:defRPr sz="2000" b="1">
                <a:latin typeface="Space Grotesk"/>
                <a:ea typeface="Space Grotesk"/>
                <a:cs typeface="Space Grotesk"/>
              </a:defRPr>
            </a:lvl8pPr>
            <a:lvl9pPr algn="ctr">
              <a:lnSpc>
                <a:spcPct val="100000"/>
              </a:lnSpc>
              <a:spcBef>
                <a:spcPts val="0"/>
              </a:spcBef>
              <a:spcAft>
                <a:spcPts val="0"/>
              </a:spcAft>
              <a:buSzPts val="2000"/>
              <a:buFont typeface="Space Grotesk"/>
              <a:buNone/>
              <a:defRPr sz="2000" b="1">
                <a:latin typeface="Space Grotesk"/>
                <a:ea typeface="Space Grotesk"/>
                <a:cs typeface="Space Grotesk"/>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
        <p:cNvGrpSpPr/>
        <p:nvPr/>
      </p:nvGrpSpPr>
      <p:grpSpPr>
        <a:xfrm>
          <a:off x="0" y="0"/>
          <a:ext cx="0" cy="0"/>
          <a:chOff x="0" y="0"/>
          <a:chExt cx="0" cy="0"/>
        </a:xfrm>
      </p:grpSpPr>
      <p:sp>
        <p:nvSpPr>
          <p:cNvPr id="84" name="Google Shape;84;p18">
            <a:extLst>
              <a:ext uri="{FF2B5EF4-FFF2-40B4-BE49-F238E27FC236}">
                <a16:creationId xmlns:a16="http://schemas.microsoft.com/office/drawing/2014/main" id="{967F7C17-3154-4FB0-84E4-A02365522913}"/>
              </a:ext>
            </a:extLst>
          </p:cNvPr>
          <p:cNvSpPr>
            <a:spLocks noGrp="1"/>
          </p:cNvSpPr>
          <p:nvPr>
            <p:ph type="title"/>
          </p:nvPr>
        </p:nvSpPr>
        <p:spPr>
          <a:xfrm>
            <a:off x="228603" y="669425"/>
            <a:ext cx="5617500" cy="1293000"/>
          </a:xfrm>
          <a:prstGeom prst="rect">
            <a:avLst/>
          </a:prstGeom>
        </p:spPr>
        <p:txBody>
          <a:bodyPr spcFirstLastPara="1" wrap="square" lIns="91425" tIns="91425" rIns="91425" bIns="91425" anchor="b">
            <a:noAutofit/>
          </a:bodyPr>
          <a:lstStyle>
            <a:lvl1pPr>
              <a:spcBef>
                <a:spcPts val="0"/>
              </a:spcBef>
              <a:spcAft>
                <a:spcPts val="0"/>
              </a:spcAft>
              <a:buSzPts val="6000"/>
              <a:buNone/>
              <a:defRPr sz="7200"/>
            </a:lvl1pPr>
            <a:lvl2pPr>
              <a:spcBef>
                <a:spcPts val="0"/>
              </a:spcBef>
              <a:spcAft>
                <a:spcPts val="0"/>
              </a:spcAft>
              <a:buSzPts val="3500"/>
              <a:buNone/>
              <a:defRPr/>
            </a:lvl2pPr>
            <a:lvl3pPr>
              <a:spcBef>
                <a:spcPts val="0"/>
              </a:spcBef>
              <a:spcAft>
                <a:spcPts val="0"/>
              </a:spcAft>
              <a:buSzPts val="3500"/>
              <a:buNone/>
              <a:defRPr/>
            </a:lvl3pPr>
            <a:lvl4pPr>
              <a:spcBef>
                <a:spcPts val="0"/>
              </a:spcBef>
              <a:spcAft>
                <a:spcPts val="0"/>
              </a:spcAft>
              <a:buSzPts val="3500"/>
              <a:buNone/>
              <a:defRPr/>
            </a:lvl4pPr>
            <a:lvl5pPr>
              <a:spcBef>
                <a:spcPts val="0"/>
              </a:spcBef>
              <a:spcAft>
                <a:spcPts val="0"/>
              </a:spcAft>
              <a:buSzPts val="3500"/>
              <a:buNone/>
              <a:defRPr/>
            </a:lvl5pPr>
            <a:lvl6pPr>
              <a:spcBef>
                <a:spcPts val="0"/>
              </a:spcBef>
              <a:spcAft>
                <a:spcPts val="0"/>
              </a:spcAft>
              <a:buSzPts val="3500"/>
              <a:buNone/>
              <a:defRPr/>
            </a:lvl6pPr>
            <a:lvl7pPr>
              <a:spcBef>
                <a:spcPts val="0"/>
              </a:spcBef>
              <a:spcAft>
                <a:spcPts val="0"/>
              </a:spcAft>
              <a:buSzPts val="3500"/>
              <a:buNone/>
              <a:defRPr/>
            </a:lvl7pPr>
            <a:lvl8pPr>
              <a:spcBef>
                <a:spcPts val="0"/>
              </a:spcBef>
              <a:spcAft>
                <a:spcPts val="0"/>
              </a:spcAft>
              <a:buSzPts val="3500"/>
              <a:buNone/>
              <a:defRPr/>
            </a:lvl8pPr>
            <a:lvl9pPr>
              <a:spcBef>
                <a:spcPts val="0"/>
              </a:spcBef>
              <a:spcAft>
                <a:spcPts val="0"/>
              </a:spcAft>
              <a:buSzPts val="3500"/>
              <a:buNone/>
              <a:defRPr/>
            </a:lvl9pPr>
          </a:lstStyle>
          <a:p>
            <a:endParaRPr/>
          </a:p>
        </p:txBody>
      </p:sp>
      <p:sp>
        <p:nvSpPr>
          <p:cNvPr id="85" name="Google Shape;85;p18">
            <a:extLst>
              <a:ext uri="{FF2B5EF4-FFF2-40B4-BE49-F238E27FC236}">
                <a16:creationId xmlns:a16="http://schemas.microsoft.com/office/drawing/2014/main" id="{1625D4C3-0F6A-436A-8843-61F322D8453C}"/>
              </a:ext>
            </a:extLst>
          </p:cNvPr>
          <p:cNvSpPr>
            <a:spLocks noGrp="1"/>
          </p:cNvSpPr>
          <p:nvPr>
            <p:ph type="subTitle" idx="1"/>
          </p:nvPr>
        </p:nvSpPr>
        <p:spPr>
          <a:xfrm>
            <a:off x="228601" y="1962425"/>
            <a:ext cx="2605800" cy="1046700"/>
          </a:xfrm>
          <a:prstGeom prst="rect">
            <a:avLst/>
          </a:prstGeom>
        </p:spPr>
        <p:txBody>
          <a:bodyPr spcFirstLastPara="1" wrap="square" lIns="91425" tIns="91425" rIns="91425" bIns="91425" anchor="t">
            <a:noAutofit/>
          </a:bodyPr>
          <a:lstStyle>
            <a:lvl1pPr>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86" name="Google Shape;86;p18">
            <a:extLst>
              <a:ext uri="{FF2B5EF4-FFF2-40B4-BE49-F238E27FC236}">
                <a16:creationId xmlns:a16="http://schemas.microsoft.com/office/drawing/2014/main" id="{B1063176-BCD0-486A-B319-908A49B24481}"/>
              </a:ext>
            </a:extLst>
          </p:cNvPr>
          <p:cNvSpPr>
            <a:spLocks noGrp="1"/>
          </p:cNvSpPr>
          <p:nvPr/>
        </p:nvSpPr>
        <p:spPr>
          <a:xfrm>
            <a:off x="6732300" y="3519775"/>
            <a:ext cx="2183100" cy="800400"/>
          </a:xfrm>
          <a:prstGeom prst="rect">
            <a:avLst/>
          </a:prstGeom>
          <a:noFill/>
          <a:ln>
            <a:noFill/>
          </a:ln>
        </p:spPr>
        <p:txBody>
          <a:bodyPr spcFirstLastPara="1" wrap="square" lIns="91425" tIns="91425" rIns="91425" bIns="91425" anchor="t">
            <a:noAutofit/>
          </a:bodyPr>
          <a:lstStyle/>
          <a:p>
            <a:pPr marL="0" lvl="0" indent="0" algn="r">
              <a:spcBef>
                <a:spcPts val="300"/>
              </a:spcBef>
              <a:spcAft>
                <a:spcPts val="0"/>
              </a:spcAft>
              <a:buNone/>
            </a:pPr>
            <a:r>
              <a:rPr sz="1000" b="1">
                <a:solidFill>
                  <a:schemeClr val="dk1"/>
                </a:solidFill>
                <a:latin typeface="Hind"/>
                <a:ea typeface="Hind"/>
                <a:cs typeface="Hind"/>
              </a:rPr>
              <a:t>CREDITS:</a:t>
            </a:r>
            <a:r>
              <a:rPr sz="1000">
                <a:solidFill>
                  <a:schemeClr val="dk1"/>
                </a:solidFill>
                <a:latin typeface="Hind"/>
                <a:ea typeface="Hind"/>
                <a:cs typeface="Hind"/>
              </a:rPr>
              <a:t> This presentation template was created by </a:t>
            </a:r>
            <a:r>
              <a:rPr sz="1000" b="1" u="sng">
                <a:solidFill>
                  <a:schemeClr val="dk1"/>
                </a:solidFill>
                <a:latin typeface="Hind"/>
                <a:ea typeface="Hind"/>
                <a:cs typeface="Hind"/>
              </a:rPr>
              <a:t>Slidesgo</a:t>
            </a:r>
            <a:r>
              <a:rPr sz="1000">
                <a:solidFill>
                  <a:schemeClr val="dk1"/>
                </a:solidFill>
                <a:latin typeface="Hind"/>
                <a:ea typeface="Hind"/>
                <a:cs typeface="Hind"/>
              </a:rPr>
              <a:t>, and includes icons, infographics &amp; images by </a:t>
            </a:r>
            <a:r>
              <a:rPr sz="1000" b="1" u="sng">
                <a:solidFill>
                  <a:schemeClr val="dk1"/>
                </a:solidFill>
                <a:latin typeface="Hind"/>
                <a:ea typeface="Hind"/>
                <a:cs typeface="Hind"/>
              </a:rPr>
              <a:t>Freepik</a:t>
            </a:r>
            <a:r>
              <a:rPr sz="1000" u="sng">
                <a:solidFill>
                  <a:schemeClr val="dk1"/>
                </a:solidFill>
                <a:latin typeface="Hind"/>
                <a:ea typeface="Hind"/>
                <a:cs typeface="Hind"/>
              </a:rPr>
              <a:t> </a:t>
            </a:r>
            <a:endParaRPr sz="1000" b="1" u="sng">
              <a:solidFill>
                <a:schemeClr val="dk1"/>
              </a:solidFill>
              <a:latin typeface="Hind"/>
              <a:ea typeface="Hind"/>
              <a:cs typeface="Hi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CUSTOM_2_1">
    <p:spTree>
      <p:nvGrpSpPr>
        <p:cNvPr id="1" name=""/>
        <p:cNvGrpSpPr/>
        <p:nvPr/>
      </p:nvGrpSpPr>
      <p:grpSpPr>
        <a:xfrm>
          <a:off x="0" y="0"/>
          <a:ext cx="0" cy="0"/>
          <a:chOff x="0" y="0"/>
          <a:chExt cx="0" cy="0"/>
        </a:xfrm>
      </p:grpSpPr>
      <p:sp>
        <p:nvSpPr>
          <p:cNvPr id="94" name="Google Shape;94;p23">
            <a:extLst>
              <a:ext uri="{FF2B5EF4-FFF2-40B4-BE49-F238E27FC236}">
                <a16:creationId xmlns:a16="http://schemas.microsoft.com/office/drawing/2014/main" id="{F938EF60-E4C8-4087-B2E3-24AA81C544E7}"/>
              </a:ext>
            </a:extLst>
          </p:cNvPr>
          <p:cNvSpPr>
            <a:spLocks noGrp="1"/>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Inter"/>
              <a:ea typeface="Inter"/>
              <a:cs typeface="Inter"/>
            </a:endParaRPr>
          </a:p>
        </p:txBody>
      </p:sp>
      <p:sp>
        <p:nvSpPr>
          <p:cNvPr id="95" name="Google Shape;95;p23">
            <a:extLst>
              <a:ext uri="{FF2B5EF4-FFF2-40B4-BE49-F238E27FC236}">
                <a16:creationId xmlns:a16="http://schemas.microsoft.com/office/drawing/2014/main" id="{A6643AF9-72D1-4704-B9CC-408895558494}"/>
              </a:ext>
            </a:extLst>
          </p:cNvPr>
          <p:cNvSpPr>
            <a:spLocks noGrp="1"/>
          </p:cNvSpPr>
          <p:nvPr>
            <p:ph type="title"/>
          </p:nvPr>
        </p:nvSpPr>
        <p:spPr>
          <a:xfrm>
            <a:off x="713225" y="539500"/>
            <a:ext cx="77175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p:cSld name="CUSTOM_2_1_1">
    <p:spTree>
      <p:nvGrpSpPr>
        <p:cNvPr id="1" name=""/>
        <p:cNvGrpSpPr/>
        <p:nvPr/>
      </p:nvGrpSpPr>
      <p:grpSpPr>
        <a:xfrm>
          <a:off x="0" y="0"/>
          <a:ext cx="0" cy="0"/>
          <a:chOff x="0" y="0"/>
          <a:chExt cx="0" cy="0"/>
        </a:xfrm>
      </p:grpSpPr>
      <p:sp>
        <p:nvSpPr>
          <p:cNvPr id="97" name="Google Shape;97;p24">
            <a:extLst>
              <a:ext uri="{FF2B5EF4-FFF2-40B4-BE49-F238E27FC236}">
                <a16:creationId xmlns:a16="http://schemas.microsoft.com/office/drawing/2014/main" id="{1B14A295-61CD-4550-B0C3-6F1635FDE3E2}"/>
              </a:ext>
            </a:extLst>
          </p:cNvPr>
          <p:cNvSpPr>
            <a:spLocks noGrp="1"/>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Inter"/>
              <a:ea typeface="Inter"/>
              <a:cs typeface="Inter"/>
            </a:endParaRPr>
          </a:p>
        </p:txBody>
      </p:sp>
      <p:sp>
        <p:nvSpPr>
          <p:cNvPr id="98" name="Google Shape;98;p24">
            <a:extLst>
              <a:ext uri="{FF2B5EF4-FFF2-40B4-BE49-F238E27FC236}">
                <a16:creationId xmlns:a16="http://schemas.microsoft.com/office/drawing/2014/main" id="{573DDA5B-AF5B-40BB-B72D-750532170B88}"/>
              </a:ext>
            </a:extLst>
          </p:cNvPr>
          <p:cNvSpPr>
            <a:spLocks noGrp="1"/>
          </p:cNvSpPr>
          <p:nvPr>
            <p:ph type="title"/>
          </p:nvPr>
        </p:nvSpPr>
        <p:spPr>
          <a:xfrm>
            <a:off x="728527" y="539500"/>
            <a:ext cx="33477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a:endParaRPr/>
          </a:p>
        </p:txBody>
      </p:sp>
      <p:sp>
        <p:nvSpPr>
          <p:cNvPr id="99" name="Google Shape;99;p24">
            <a:extLst>
              <a:ext uri="{FF2B5EF4-FFF2-40B4-BE49-F238E27FC236}">
                <a16:creationId xmlns:a16="http://schemas.microsoft.com/office/drawing/2014/main" id="{D47A56CD-AFF7-4EDD-8939-0337D78E8DBE}"/>
              </a:ext>
            </a:extLst>
          </p:cNvPr>
          <p:cNvSpPr>
            <a:spLocks noGrp="1"/>
          </p:cNvSpPr>
          <p:nvPr>
            <p:ph type="title" idx="2"/>
          </p:nvPr>
        </p:nvSpPr>
        <p:spPr>
          <a:xfrm>
            <a:off x="4977550" y="539500"/>
            <a:ext cx="34584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F81CAAB-ACC9-4A95-90D7-5A02E66C6193}"/>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2600"/>
              <a:buFont typeface="Space Grotesk"/>
              <a:buNone/>
              <a:defRPr sz="2600" b="1">
                <a:solidFill>
                  <a:schemeClr val="dk1"/>
                </a:solidFill>
                <a:latin typeface="Space Grotesk"/>
                <a:ea typeface="Space Grotesk"/>
                <a:cs typeface="Space Grotesk"/>
              </a:defRPr>
            </a:lvl1pPr>
            <a:lvl2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2pPr>
            <a:lvl3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3pPr>
            <a:lvl4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4pPr>
            <a:lvl5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5pPr>
            <a:lvl6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6pPr>
            <a:lvl7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7pPr>
            <a:lvl8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8pPr>
            <a:lvl9pPr>
              <a:spcBef>
                <a:spcPts val="0"/>
              </a:spcBef>
              <a:spcAft>
                <a:spcPts val="0"/>
              </a:spcAft>
              <a:buClr>
                <a:schemeClr val="dk1"/>
              </a:buClr>
              <a:buSzPts val="3500"/>
              <a:buFont typeface="Space Grotesk"/>
              <a:buNone/>
              <a:defRPr sz="3500" b="1">
                <a:solidFill>
                  <a:schemeClr val="dk1"/>
                </a:solidFill>
                <a:latin typeface="Space Grotesk"/>
                <a:ea typeface="Space Grotesk"/>
                <a:cs typeface="Space Grotesk"/>
              </a:defRPr>
            </a:lvl9pPr>
          </a:lstStyle>
          <a:p>
            <a:endParaRPr/>
          </a:p>
        </p:txBody>
      </p:sp>
      <p:sp>
        <p:nvSpPr>
          <p:cNvPr id="7" name="Google Shape;7;p1">
            <a:extLst>
              <a:ext uri="{FF2B5EF4-FFF2-40B4-BE49-F238E27FC236}">
                <a16:creationId xmlns:a16="http://schemas.microsoft.com/office/drawing/2014/main" id="{FF463526-FF6D-417E-9D3B-C2ADD5086481}"/>
              </a:ext>
            </a:extLst>
          </p:cNvPr>
          <p:cNvSpPr>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oAutofit/>
          </a:bodyPr>
          <a:lstStyle>
            <a:lvl1pPr marL="4572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1pPr>
            <a:lvl2pPr marL="9144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2pPr>
            <a:lvl3pPr marL="13716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3pPr>
            <a:lvl4pPr marL="18288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4pPr>
            <a:lvl5pPr marL="22860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5pPr>
            <a:lvl6pPr marL="27432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6pPr>
            <a:lvl7pPr marL="32004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7pPr>
            <a:lvl8pPr marL="36576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8pPr>
            <a:lvl9pPr marL="4114800" indent="-304800">
              <a:lnSpc>
                <a:spcPct val="100000"/>
              </a:lnSpc>
              <a:spcBef>
                <a:spcPts val="0"/>
              </a:spcBef>
              <a:spcAft>
                <a:spcPts val="0"/>
              </a:spcAft>
              <a:buClr>
                <a:schemeClr val="dk1"/>
              </a:buClr>
              <a:buSzPts val="1200"/>
              <a:buFont typeface="Hind"/>
              <a:buChar char="■"/>
              <a:defRPr sz="1200">
                <a:solidFill>
                  <a:schemeClr val="dk1"/>
                </a:solidFill>
                <a:latin typeface="Hind"/>
                <a:ea typeface="Hind"/>
                <a:cs typeface="Hind"/>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
        <p:cNvGrpSpPr/>
        <p:nvPr/>
      </p:nvGrpSpPr>
      <p:grpSpPr>
        <a:xfrm>
          <a:off x="0" y="0"/>
          <a:ext cx="0" cy="0"/>
          <a:chOff x="0" y="0"/>
          <a:chExt cx="0" cy="0"/>
        </a:xfrm>
      </p:grpSpPr>
      <p:sp>
        <p:nvSpPr>
          <p:cNvPr id="90" name="Google Shape;90;p21">
            <a:extLst>
              <a:ext uri="{FF2B5EF4-FFF2-40B4-BE49-F238E27FC236}">
                <a16:creationId xmlns:a16="http://schemas.microsoft.com/office/drawing/2014/main" id="{1F5730EC-8808-4C8E-909A-8C5BFEFF0503}"/>
              </a:ext>
            </a:extLst>
          </p:cNvPr>
          <p:cNvSpPr>
            <a:spLocks noGrp="1"/>
          </p:cNvSpPr>
          <p:nvPr>
            <p:ph type="title"/>
          </p:nvPr>
        </p:nvSpPr>
        <p:spPr>
          <a:xfrm>
            <a:off x="713225" y="539500"/>
            <a:ext cx="77175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chemeClr val="lt1"/>
              </a:buClr>
              <a:buSzPts val="2400"/>
              <a:buFont typeface="Inter"/>
              <a:buNone/>
              <a:defRPr sz="2400" b="1">
                <a:solidFill>
                  <a:schemeClr val="lt1"/>
                </a:solidFill>
                <a:latin typeface="Inter"/>
                <a:ea typeface="Inter"/>
                <a:cs typeface="Inter"/>
              </a:defRPr>
            </a:lvl1pPr>
            <a:lvl2pPr algn="ctr">
              <a:spcBef>
                <a:spcPts val="0"/>
              </a:spcBef>
              <a:spcAft>
                <a:spcPts val="0"/>
              </a:spcAft>
              <a:buClr>
                <a:schemeClr val="lt1"/>
              </a:buClr>
              <a:buSzPts val="2400"/>
              <a:buFont typeface="Inter"/>
              <a:buNone/>
              <a:defRPr sz="2400" b="1">
                <a:solidFill>
                  <a:schemeClr val="lt1"/>
                </a:solidFill>
                <a:latin typeface="Inter"/>
                <a:ea typeface="Inter"/>
                <a:cs typeface="Inter"/>
              </a:defRPr>
            </a:lvl2pPr>
            <a:lvl3pPr algn="ctr">
              <a:spcBef>
                <a:spcPts val="0"/>
              </a:spcBef>
              <a:spcAft>
                <a:spcPts val="0"/>
              </a:spcAft>
              <a:buClr>
                <a:schemeClr val="lt1"/>
              </a:buClr>
              <a:buSzPts val="2400"/>
              <a:buFont typeface="Inter"/>
              <a:buNone/>
              <a:defRPr sz="2400" b="1">
                <a:solidFill>
                  <a:schemeClr val="lt1"/>
                </a:solidFill>
                <a:latin typeface="Inter"/>
                <a:ea typeface="Inter"/>
                <a:cs typeface="Inter"/>
              </a:defRPr>
            </a:lvl3pPr>
            <a:lvl4pPr algn="ctr">
              <a:spcBef>
                <a:spcPts val="0"/>
              </a:spcBef>
              <a:spcAft>
                <a:spcPts val="0"/>
              </a:spcAft>
              <a:buClr>
                <a:schemeClr val="lt1"/>
              </a:buClr>
              <a:buSzPts val="2400"/>
              <a:buFont typeface="Inter"/>
              <a:buNone/>
              <a:defRPr sz="2400" b="1">
                <a:solidFill>
                  <a:schemeClr val="lt1"/>
                </a:solidFill>
                <a:latin typeface="Inter"/>
                <a:ea typeface="Inter"/>
                <a:cs typeface="Inter"/>
              </a:defRPr>
            </a:lvl4pPr>
            <a:lvl5pPr algn="ctr">
              <a:spcBef>
                <a:spcPts val="0"/>
              </a:spcBef>
              <a:spcAft>
                <a:spcPts val="0"/>
              </a:spcAft>
              <a:buClr>
                <a:schemeClr val="lt1"/>
              </a:buClr>
              <a:buSzPts val="2400"/>
              <a:buFont typeface="Inter"/>
              <a:buNone/>
              <a:defRPr sz="2400" b="1">
                <a:solidFill>
                  <a:schemeClr val="lt1"/>
                </a:solidFill>
                <a:latin typeface="Inter"/>
                <a:ea typeface="Inter"/>
                <a:cs typeface="Inter"/>
              </a:defRPr>
            </a:lvl5pPr>
            <a:lvl6pPr algn="ctr">
              <a:spcBef>
                <a:spcPts val="0"/>
              </a:spcBef>
              <a:spcAft>
                <a:spcPts val="0"/>
              </a:spcAft>
              <a:buClr>
                <a:schemeClr val="lt1"/>
              </a:buClr>
              <a:buSzPts val="2400"/>
              <a:buFont typeface="Inter"/>
              <a:buNone/>
              <a:defRPr sz="2400" b="1">
                <a:solidFill>
                  <a:schemeClr val="lt1"/>
                </a:solidFill>
                <a:latin typeface="Inter"/>
                <a:ea typeface="Inter"/>
                <a:cs typeface="Inter"/>
              </a:defRPr>
            </a:lvl6pPr>
            <a:lvl7pPr algn="ctr">
              <a:spcBef>
                <a:spcPts val="0"/>
              </a:spcBef>
              <a:spcAft>
                <a:spcPts val="0"/>
              </a:spcAft>
              <a:buClr>
                <a:schemeClr val="lt1"/>
              </a:buClr>
              <a:buSzPts val="2400"/>
              <a:buFont typeface="Inter"/>
              <a:buNone/>
              <a:defRPr sz="2400" b="1">
                <a:solidFill>
                  <a:schemeClr val="lt1"/>
                </a:solidFill>
                <a:latin typeface="Inter"/>
                <a:ea typeface="Inter"/>
                <a:cs typeface="Inter"/>
              </a:defRPr>
            </a:lvl7pPr>
            <a:lvl8pPr algn="ctr">
              <a:spcBef>
                <a:spcPts val="0"/>
              </a:spcBef>
              <a:spcAft>
                <a:spcPts val="0"/>
              </a:spcAft>
              <a:buClr>
                <a:schemeClr val="lt1"/>
              </a:buClr>
              <a:buSzPts val="2400"/>
              <a:buFont typeface="Inter"/>
              <a:buNone/>
              <a:defRPr sz="2400" b="1">
                <a:solidFill>
                  <a:schemeClr val="lt1"/>
                </a:solidFill>
                <a:latin typeface="Inter"/>
                <a:ea typeface="Inter"/>
                <a:cs typeface="Inter"/>
              </a:defRPr>
            </a:lvl8pPr>
            <a:lvl9pPr algn="ctr">
              <a:spcBef>
                <a:spcPts val="0"/>
              </a:spcBef>
              <a:spcAft>
                <a:spcPts val="0"/>
              </a:spcAft>
              <a:buClr>
                <a:schemeClr val="lt1"/>
              </a:buClr>
              <a:buSzPts val="2400"/>
              <a:buFont typeface="Inter"/>
              <a:buNone/>
              <a:defRPr sz="2400" b="1">
                <a:solidFill>
                  <a:schemeClr val="lt1"/>
                </a:solidFill>
                <a:latin typeface="Inter"/>
                <a:ea typeface="Inter"/>
                <a:cs typeface="Inter"/>
              </a:defRPr>
            </a:lvl9pPr>
          </a:lstStyle>
          <a:p>
            <a:endParaRPr/>
          </a:p>
        </p:txBody>
      </p:sp>
      <p:sp>
        <p:nvSpPr>
          <p:cNvPr id="91" name="Google Shape;91;p21">
            <a:extLst>
              <a:ext uri="{FF2B5EF4-FFF2-40B4-BE49-F238E27FC236}">
                <a16:creationId xmlns:a16="http://schemas.microsoft.com/office/drawing/2014/main" id="{156A09C7-E4D1-4842-A78B-9C48B70D7083}"/>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1pPr>
            <a:lvl2pPr marL="914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2pPr>
            <a:lvl3pPr marL="1371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3pPr>
            <a:lvl4pPr marL="1828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4pPr>
            <a:lvl5pPr marL="22860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5pPr>
            <a:lvl6pPr marL="2743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6pPr>
            <a:lvl7pPr marL="3200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7pPr>
            <a:lvl8pPr marL="3657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8pPr>
            <a:lvl9pPr marL="4114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Lst>
  <p:hf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eg"/><Relationship Id="rId3" Type="http://schemas.openxmlformats.org/officeDocument/2006/relationships/image" Target="../media/image1.jpe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C86BF919-3005-445F-BB6A-C4374A2A8ADA}"/>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01 / 13</a:t>
            </a:r>
          </a:p>
        </p:txBody>
      </p:sp>
      <p:sp>
        <p:nvSpPr>
          <p:cNvPr id="2" name="Title — editable / optional shader treatment">
            <a:extLst>
              <a:ext uri="{FF2B5EF4-FFF2-40B4-BE49-F238E27FC236}">
                <a16:creationId xmlns:a16="http://schemas.microsoft.com/office/drawing/2014/main" id="{5715D0C1-2D85-4034-B06E-340F6122FDA3}"/>
              </a:ext>
            </a:extLst>
          </p:cNvPr>
          <p:cNvSpPr>
            <a:spLocks noGrp="1"/>
          </p:cNvSpPr>
          <p:nvPr/>
        </p:nvSpPr>
        <p:spPr>
          <a:xfrm>
            <a:off x="381000" y="2000250"/>
            <a:ext cx="8382000" cy="904875"/>
          </a:xfrm>
          <a:prstGeom prst="rect">
            <a:avLst/>
          </a:prstGeom>
          <a:noFill/>
          <a:ln w="0">
            <a:noFill/>
          </a:ln>
        </p:spPr>
        <p:txBody>
          <a:bodyPr lIns="0" tIns="0" rIns="0" bIns="0" anchor="t">
            <a:noAutofit/>
          </a:bodyPr>
          <a:lstStyle/>
          <a:p>
            <a:pPr algn="ct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Transmutation</a:t>
            </a:r>
            <a:r>
              <a:rPr lang="en-US" sz="4500" b="1" dirty="0">
                <a:solidFill>
                  <a:srgbClr val="FFFFFF"/>
                </a:solidFill>
                <a:latin typeface="Space Grotesk"/>
                <a:ea typeface="Space Grotesk"/>
                <a:cs typeface="Space Grotesk"/>
              </a:rPr>
              <a:t> </a:t>
            </a:r>
            <a:r>
              <a:rPr lang="zh-CN" altLang="en-US" sz="4500" b="1" dirty="0">
                <a:solidFill>
                  <a:srgbClr val="FFFFFF"/>
                </a:solidFill>
                <a:latin typeface="Space Grotesk"/>
                <a:ea typeface="Space Grotesk"/>
                <a:cs typeface="Space Grotesk"/>
              </a:rPr>
              <a:t>易行</a:t>
            </a:r>
            <a:endParaRPr sz="4500" b="1" dirty="0">
              <a:solidFill>
                <a:srgbClr val="FFFFFF"/>
              </a:solidFill>
              <a:latin typeface="Space Grotesk"/>
              <a:ea typeface="Space Grotesk"/>
              <a:cs typeface="Space Grotesk"/>
            </a:endParaRPr>
          </a:p>
        </p:txBody>
      </p:sp>
      <p:sp>
        <p:nvSpPr>
          <p:cNvPr id="5" name="Subtle divider">
            <a:extLst>
              <a:ext uri="{FF2B5EF4-FFF2-40B4-BE49-F238E27FC236}">
                <a16:creationId xmlns:a16="http://schemas.microsoft.com/office/drawing/2014/main" id="{DFB23362-A449-4DE7-85B6-37EB477C1FB1}"/>
              </a:ext>
            </a:extLst>
          </p:cNvPr>
          <p:cNvSpPr>
            <a:spLocks noGrp="1"/>
          </p:cNvSpPr>
          <p:nvPr/>
        </p:nvSpPr>
        <p:spPr>
          <a:xfrm>
            <a:off x="4000500" y="3095625"/>
            <a:ext cx="1143000" cy="0"/>
          </a:xfrm>
          <a:prstGeom prst="line">
            <a:avLst/>
          </a:prstGeom>
          <a:noFill/>
          <a:ln w="7620">
            <a:solidFill>
              <a:srgbClr val="656565"/>
            </a:solidFill>
          </a:ln>
        </p:spPr>
        <p:txBody>
          <a:bodyPr/>
          <a:lstStyle/>
          <a:p>
            <a:endParaRPr lang="zh-CN" altLang="en-US"/>
          </a:p>
        </p:txBody>
      </p:sp>
      <p:sp>
        <p:nvSpPr>
          <p:cNvPr id="6" name="Visual space — title shader or cutout">
            <a:extLst>
              <a:ext uri="{FF2B5EF4-FFF2-40B4-BE49-F238E27FC236}">
                <a16:creationId xmlns:a16="http://schemas.microsoft.com/office/drawing/2014/main" id="{EB12007A-3990-4081-BD54-B14983228558}"/>
              </a:ext>
            </a:extLst>
          </p:cNvPr>
          <p:cNvSpPr>
            <a:spLocks noGrp="1"/>
          </p:cNvSpPr>
          <p:nvPr/>
        </p:nvSpPr>
        <p:spPr>
          <a:xfrm>
            <a:off x="381000" y="666750"/>
            <a:ext cx="8382000" cy="3476625"/>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5" name="Page number">
            <a:extLst>
              <a:ext uri="{FF2B5EF4-FFF2-40B4-BE49-F238E27FC236}">
                <a16:creationId xmlns:a16="http://schemas.microsoft.com/office/drawing/2014/main" id="{D9881C0B-111F-479E-AAF2-4A128FC4AF07}"/>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02 / 13</a:t>
            </a:r>
          </a:p>
        </p:txBody>
      </p:sp>
      <p:sp>
        <p:nvSpPr>
          <p:cNvPr id="2" name="Title — editable / optional shader treatment">
            <a:extLst>
              <a:ext uri="{FF2B5EF4-FFF2-40B4-BE49-F238E27FC236}">
                <a16:creationId xmlns:a16="http://schemas.microsoft.com/office/drawing/2014/main" id="{7B9B2DA2-2842-4397-9B3A-3F88B3280387}"/>
              </a:ext>
            </a:extLst>
          </p:cNvPr>
          <p:cNvSpPr>
            <a:spLocks noGrp="1"/>
          </p:cNvSpPr>
          <p:nvPr/>
        </p:nvSpPr>
        <p:spPr>
          <a:xfrm>
            <a:off x="320898" y="4214812"/>
            <a:ext cx="8382000" cy="1381125"/>
          </a:xfrm>
          <a:prstGeom prst="rect">
            <a:avLst/>
          </a:prstGeom>
          <a:noFill/>
          <a:ln w="0">
            <a:noFill/>
          </a:ln>
        </p:spPr>
        <p:txBody>
          <a:bodyPr lIns="0" tIns="0" rIns="0" bIns="0" anchor="t">
            <a:noAutofit/>
          </a:bodyPr>
          <a:lstStyle/>
          <a:p>
            <a:pPr algn="l">
              <a:buNone/>
              <a:defRPr sz="4500" b="1">
                <a:solidFill>
                  <a:srgbClr val="FFFFFF"/>
                </a:solidFill>
                <a:latin typeface="Space Grotesk"/>
                <a:ea typeface="Space Grotesk"/>
                <a:cs typeface="Space Grotesk"/>
              </a:defRPr>
            </a:pPr>
            <a:r>
              <a:rPr lang="en-US" sz="4500" b="1" dirty="0">
                <a:solidFill>
                  <a:srgbClr val="FFFFFF"/>
                </a:solidFill>
                <a:latin typeface="Space Grotesk"/>
                <a:ea typeface="Space Grotesk"/>
                <a:cs typeface="Space Grotesk"/>
              </a:rPr>
              <a:t>Imagine</a:t>
            </a:r>
            <a:endParaRPr sz="4500" b="1" dirty="0">
              <a:solidFill>
                <a:srgbClr val="FFFFFF"/>
              </a:solidFill>
              <a:latin typeface="Space Grotesk"/>
              <a:ea typeface="Space Grotesk"/>
              <a:cs typeface="Space Grotesk"/>
            </a:endParaRPr>
          </a:p>
        </p:txBody>
      </p:sp>
      <p:sp>
        <p:nvSpPr>
          <p:cNvPr id="6" name="Visual space — sunrise scene or full-slide background">
            <a:extLst>
              <a:ext uri="{FF2B5EF4-FFF2-40B4-BE49-F238E27FC236}">
                <a16:creationId xmlns:a16="http://schemas.microsoft.com/office/drawing/2014/main" id="{5047FE27-F623-4A88-8C50-B726D3492ED2}"/>
              </a:ext>
            </a:extLst>
          </p:cNvPr>
          <p:cNvSpPr>
            <a:spLocks noGrp="1"/>
          </p:cNvSpPr>
          <p:nvPr/>
        </p:nvSpPr>
        <p:spPr>
          <a:xfrm>
            <a:off x="381000" y="285750"/>
            <a:ext cx="8382000" cy="2238375"/>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5" name="Page number">
            <a:extLst>
              <a:ext uri="{FF2B5EF4-FFF2-40B4-BE49-F238E27FC236}">
                <a16:creationId xmlns:a16="http://schemas.microsoft.com/office/drawing/2014/main" id="{A9F1DFFD-A8F0-422A-8C83-2CFAB310B1E7}"/>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03 / 13</a:t>
            </a:r>
          </a:p>
        </p:txBody>
      </p:sp>
      <p:sp>
        <p:nvSpPr>
          <p:cNvPr id="2" name="Title — editable / optional shader treatment">
            <a:extLst>
              <a:ext uri="{FF2B5EF4-FFF2-40B4-BE49-F238E27FC236}">
                <a16:creationId xmlns:a16="http://schemas.microsoft.com/office/drawing/2014/main" id="{A6AFA647-7979-4852-8C46-14AB0E89186C}"/>
              </a:ext>
            </a:extLst>
          </p:cNvPr>
          <p:cNvSpPr>
            <a:spLocks noGrp="1"/>
          </p:cNvSpPr>
          <p:nvPr/>
        </p:nvSpPr>
        <p:spPr>
          <a:xfrm>
            <a:off x="455054" y="241211"/>
            <a:ext cx="8307946" cy="1381125"/>
          </a:xfrm>
          <a:prstGeom prst="rect">
            <a:avLst/>
          </a:prstGeom>
          <a:noFill/>
          <a:ln w="0">
            <a:noFill/>
          </a:ln>
        </p:spPr>
        <p:txBody>
          <a:bodyPr lIns="0" tIns="0" rIns="0" bIns="0" anchor="t">
            <a:noAutofit/>
          </a:bodyPr>
          <a:lstStyle/>
          <a:p>
            <a:pPr algn="r">
              <a:buNone/>
              <a:defRPr sz="4500" b="1">
                <a:solidFill>
                  <a:srgbClr val="FFFFFF"/>
                </a:solidFill>
                <a:latin typeface="Space Grotesk"/>
                <a:ea typeface="Space Grotesk"/>
                <a:cs typeface="Space Grotesk"/>
              </a:defRPr>
            </a:pPr>
            <a:r>
              <a:rPr sz="3200" b="1" dirty="0">
                <a:solidFill>
                  <a:srgbClr val="FFFFFF"/>
                </a:solidFill>
                <a:latin typeface="Space Grotesk"/>
                <a:ea typeface="Space Grotesk"/>
                <a:cs typeface="Space Grotesk"/>
              </a:rPr>
              <a:t>But this is what</a:t>
            </a:r>
            <a:r>
              <a:rPr lang="en-US" sz="3200" b="1" dirty="0">
                <a:solidFill>
                  <a:srgbClr val="FFFFFF"/>
                </a:solidFill>
                <a:latin typeface="Space Grotesk"/>
                <a:ea typeface="Space Grotesk"/>
                <a:cs typeface="Space Grotesk"/>
              </a:rPr>
              <a:t> </a:t>
            </a:r>
            <a:r>
              <a:rPr sz="3200" b="1" dirty="0">
                <a:solidFill>
                  <a:srgbClr val="FFFFFF"/>
                </a:solidFill>
                <a:latin typeface="Space Grotesk"/>
                <a:ea typeface="Space Grotesk"/>
                <a:cs typeface="Space Grotesk"/>
              </a:rPr>
              <a:t>it looks like</a:t>
            </a:r>
          </a:p>
        </p:txBody>
      </p:sp>
      <p:sp>
        <p:nvSpPr>
          <p:cNvPr id="6" name="Visual space — visual demo">
            <a:extLst>
              <a:ext uri="{FF2B5EF4-FFF2-40B4-BE49-F238E27FC236}">
                <a16:creationId xmlns:a16="http://schemas.microsoft.com/office/drawing/2014/main" id="{ED7936E7-E698-4D91-90DA-903E8427F7D2}"/>
              </a:ext>
            </a:extLst>
          </p:cNvPr>
          <p:cNvSpPr>
            <a:spLocks noGrp="1"/>
          </p:cNvSpPr>
          <p:nvPr/>
        </p:nvSpPr>
        <p:spPr>
          <a:xfrm>
            <a:off x="381000" y="2647950"/>
            <a:ext cx="8382000" cy="1905000"/>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6" name="Page number">
            <a:extLst>
              <a:ext uri="{FF2B5EF4-FFF2-40B4-BE49-F238E27FC236}">
                <a16:creationId xmlns:a16="http://schemas.microsoft.com/office/drawing/2014/main" id="{8D78E199-0B57-4BB7-8CA5-2522BBA9B4C7}"/>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04 / 13</a:t>
            </a:r>
          </a:p>
        </p:txBody>
      </p:sp>
      <p:sp>
        <p:nvSpPr>
          <p:cNvPr id="2" name="Title — editable / optional shader treatment">
            <a:extLst>
              <a:ext uri="{FF2B5EF4-FFF2-40B4-BE49-F238E27FC236}">
                <a16:creationId xmlns:a16="http://schemas.microsoft.com/office/drawing/2014/main" id="{4B18D33E-20DE-48B8-923A-DE54595696B4}"/>
              </a:ext>
            </a:extLst>
          </p:cNvPr>
          <p:cNvSpPr>
            <a:spLocks noGrp="1"/>
          </p:cNvSpPr>
          <p:nvPr/>
        </p:nvSpPr>
        <p:spPr>
          <a:xfrm>
            <a:off x="381000" y="857250"/>
            <a:ext cx="5238750" cy="1381125"/>
          </a:xfrm>
          <a:prstGeom prst="rect">
            <a:avLst/>
          </a:prstGeom>
          <a:noFill/>
          <a:ln w="0">
            <a:noFill/>
          </a:ln>
        </p:spPr>
        <p:txBody>
          <a:bodyPr lIns="0" tIns="0" rIns="0" bIns="0" anchor="t">
            <a:noAutofit/>
          </a:bodyPr>
          <a:lstStyle/>
          <a:p>
            <a:pPr algn="l">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What is</a:t>
            </a:r>
          </a:p>
          <a:p>
            <a:pPr algn="l">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Transmutation?</a:t>
            </a:r>
          </a:p>
        </p:txBody>
      </p:sp>
      <p:sp>
        <p:nvSpPr>
          <p:cNvPr id="3" name="Main point">
            <a:extLst>
              <a:ext uri="{FF2B5EF4-FFF2-40B4-BE49-F238E27FC236}">
                <a16:creationId xmlns:a16="http://schemas.microsoft.com/office/drawing/2014/main" id="{17EC6972-6464-4417-8C7C-7343589DF593}"/>
              </a:ext>
            </a:extLst>
          </p:cNvPr>
          <p:cNvSpPr>
            <a:spLocks noGrp="1"/>
          </p:cNvSpPr>
          <p:nvPr/>
        </p:nvSpPr>
        <p:spPr>
          <a:xfrm>
            <a:off x="381000" y="2524125"/>
            <a:ext cx="5238750" cy="6858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dirty="0">
                <a:solidFill>
                  <a:srgbClr val="FFFFFF"/>
                </a:solidFill>
                <a:latin typeface="Space Grotesk"/>
                <a:ea typeface="Space Grotesk"/>
                <a:cs typeface="Space Grotesk"/>
              </a:rPr>
              <a:t>A first-person exploration game</a:t>
            </a:r>
            <a:r>
              <a:rPr lang="en-US" sz="2100" b="1" dirty="0">
                <a:solidFill>
                  <a:srgbClr val="FFFFFF"/>
                </a:solidFill>
                <a:latin typeface="Space Grotesk"/>
                <a:ea typeface="Space Grotesk"/>
                <a:cs typeface="Space Grotesk"/>
              </a:rPr>
              <a:t> about observation and experimentation</a:t>
            </a:r>
            <a:endParaRPr sz="2100" b="1" dirty="0">
              <a:solidFill>
                <a:srgbClr val="FFFFFF"/>
              </a:solidFill>
              <a:latin typeface="Space Grotesk"/>
              <a:ea typeface="Space Grotesk"/>
              <a:cs typeface="Space Grotesk"/>
            </a:endParaRPr>
          </a:p>
        </p:txBody>
      </p:sp>
      <p:sp>
        <p:nvSpPr>
          <p:cNvPr id="4" name="Supporting copy">
            <a:extLst>
              <a:ext uri="{FF2B5EF4-FFF2-40B4-BE49-F238E27FC236}">
                <a16:creationId xmlns:a16="http://schemas.microsoft.com/office/drawing/2014/main" id="{E395A3F3-1536-4A17-8CBD-601E9E11C8D0}"/>
              </a:ext>
            </a:extLst>
          </p:cNvPr>
          <p:cNvSpPr>
            <a:spLocks noGrp="1"/>
          </p:cNvSpPr>
          <p:nvPr/>
        </p:nvSpPr>
        <p:spPr>
          <a:xfrm>
            <a:off x="381000" y="3381375"/>
            <a:ext cx="4857750" cy="1047750"/>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An alien visual world.</a:t>
            </a:r>
          </a:p>
          <a:p>
            <a:pPr algn="l">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Unfamiliar creatures and rules.</a:t>
            </a:r>
          </a:p>
          <a:p>
            <a:pPr algn="l">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Learn to see it again.</a:t>
            </a:r>
          </a:p>
        </p:txBody>
      </p:sp>
      <p:sp>
        <p:nvSpPr>
          <p:cNvPr id="7" name="Subtle divider">
            <a:extLst>
              <a:ext uri="{FF2B5EF4-FFF2-40B4-BE49-F238E27FC236}">
                <a16:creationId xmlns:a16="http://schemas.microsoft.com/office/drawing/2014/main" id="{EB440D3C-F004-4263-A282-96A23331EE7F}"/>
              </a:ext>
            </a:extLst>
          </p:cNvPr>
          <p:cNvSpPr>
            <a:spLocks noGrp="1"/>
          </p:cNvSpPr>
          <p:nvPr/>
        </p:nvSpPr>
        <p:spPr>
          <a:xfrm>
            <a:off x="5810250" y="1047750"/>
            <a:ext cx="0" cy="3190875"/>
          </a:xfrm>
          <a:prstGeom prst="line">
            <a:avLst/>
          </a:prstGeom>
          <a:noFill/>
          <a:ln w="7620">
            <a:solidFill>
              <a:srgbClr val="656565"/>
            </a:solidFill>
          </a:ln>
        </p:spPr>
        <p:txBody>
          <a:bodyPr/>
          <a:lstStyle/>
          <a:p>
            <a:endParaRPr lang="zh-CN" altLang="en-US"/>
          </a:p>
        </p:txBody>
      </p:sp>
      <p:sp>
        <p:nvSpPr>
          <p:cNvPr id="8" name="Visual space — hero creature cutout">
            <a:extLst>
              <a:ext uri="{FF2B5EF4-FFF2-40B4-BE49-F238E27FC236}">
                <a16:creationId xmlns:a16="http://schemas.microsoft.com/office/drawing/2014/main" id="{8D00DAAF-CEFE-49C4-BA23-B437E8191ECE}"/>
              </a:ext>
            </a:extLst>
          </p:cNvPr>
          <p:cNvSpPr>
            <a:spLocks noGrp="1"/>
          </p:cNvSpPr>
          <p:nvPr/>
        </p:nvSpPr>
        <p:spPr>
          <a:xfrm>
            <a:off x="6191250" y="809625"/>
            <a:ext cx="2381250" cy="3714750"/>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16" name="Page number">
            <a:extLst>
              <a:ext uri="{FF2B5EF4-FFF2-40B4-BE49-F238E27FC236}">
                <a16:creationId xmlns:a16="http://schemas.microsoft.com/office/drawing/2014/main" id="{1DCF57CA-4AE8-4469-ACA8-E6FE3DB3ACEC}"/>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05 / 13</a:t>
            </a:r>
          </a:p>
        </p:txBody>
      </p:sp>
      <p:sp>
        <p:nvSpPr>
          <p:cNvPr id="2" name="Title — editable / optional shader treatment">
            <a:extLst>
              <a:ext uri="{FF2B5EF4-FFF2-40B4-BE49-F238E27FC236}">
                <a16:creationId xmlns:a16="http://schemas.microsoft.com/office/drawing/2014/main" id="{F92429AD-7063-4265-8AA0-E372461B4D78}"/>
              </a:ext>
            </a:extLst>
          </p:cNvPr>
          <p:cNvSpPr>
            <a:spLocks noGrp="1"/>
          </p:cNvSpPr>
          <p:nvPr/>
        </p:nvSpPr>
        <p:spPr>
          <a:xfrm>
            <a:off x="381000" y="193429"/>
            <a:ext cx="8382000" cy="857250"/>
          </a:xfrm>
          <a:prstGeom prst="rect">
            <a:avLst/>
          </a:prstGeom>
          <a:noFill/>
          <a:ln w="0">
            <a:noFill/>
          </a:ln>
        </p:spPr>
        <p:txBody>
          <a:bodyPr lIns="0" tIns="0" rIns="0" bIns="0" anchor="t">
            <a:noAutofit/>
          </a:bodyPr>
          <a:lstStyle/>
          <a:p>
            <a:pPr algn="ct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Inspirations</a:t>
            </a:r>
          </a:p>
        </p:txBody>
      </p:sp>
      <p:sp>
        <p:nvSpPr>
          <p:cNvPr id="9" name="Reference caption">
            <a:extLst>
              <a:ext uri="{FF2B5EF4-FFF2-40B4-BE49-F238E27FC236}">
                <a16:creationId xmlns:a16="http://schemas.microsoft.com/office/drawing/2014/main" id="{A5DE8AF4-6B56-41BD-9382-3377C64957DD}"/>
              </a:ext>
            </a:extLst>
          </p:cNvPr>
          <p:cNvSpPr>
            <a:spLocks noGrp="1"/>
          </p:cNvSpPr>
          <p:nvPr/>
        </p:nvSpPr>
        <p:spPr>
          <a:xfrm>
            <a:off x="3302776" y="4552950"/>
            <a:ext cx="2667000" cy="304800"/>
          </a:xfrm>
          <a:prstGeom prst="rect">
            <a:avLst/>
          </a:prstGeom>
          <a:noFill/>
          <a:ln w="0">
            <a:noFill/>
          </a:ln>
        </p:spPr>
        <p:txBody>
          <a:bodyPr lIns="0" tIns="0" rIns="0" bIns="0" anchor="t">
            <a:noAutofit/>
          </a:bodyPr>
          <a:lstStyle/>
          <a:p>
            <a:pPr algn="ctr">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Rain World</a:t>
            </a:r>
          </a:p>
        </p:txBody>
      </p:sp>
      <p:sp>
        <p:nvSpPr>
          <p:cNvPr id="17" name="Subtle divider">
            <a:extLst>
              <a:ext uri="{FF2B5EF4-FFF2-40B4-BE49-F238E27FC236}">
                <a16:creationId xmlns:a16="http://schemas.microsoft.com/office/drawing/2014/main" id="{9376EC92-5626-40AD-B893-A6AFB7C05B8D}"/>
              </a:ext>
            </a:extLst>
          </p:cNvPr>
          <p:cNvSpPr>
            <a:spLocks noGrp="1"/>
          </p:cNvSpPr>
          <p:nvPr/>
        </p:nvSpPr>
        <p:spPr>
          <a:xfrm>
            <a:off x="4000500" y="903533"/>
            <a:ext cx="1143000" cy="0"/>
          </a:xfrm>
          <a:prstGeom prst="line">
            <a:avLst/>
          </a:prstGeom>
          <a:noFill/>
          <a:ln w="7620">
            <a:solidFill>
              <a:srgbClr val="656565"/>
            </a:solidFill>
          </a:ln>
        </p:spPr>
        <p:txBody>
          <a:bodyPr/>
          <a:lstStyle/>
          <a:p>
            <a:endParaRPr lang="zh-CN" altLang="en-US"/>
          </a:p>
        </p:txBody>
      </p:sp>
      <p:sp>
        <p:nvSpPr>
          <p:cNvPr id="18" name="Visual space — Extreme Evolution screenshot">
            <a:extLst>
              <a:ext uri="{FF2B5EF4-FFF2-40B4-BE49-F238E27FC236}">
                <a16:creationId xmlns:a16="http://schemas.microsoft.com/office/drawing/2014/main" id="{370AF076-EC5C-48FA-A43B-68DF96FDFAB8}"/>
              </a:ext>
            </a:extLst>
          </p:cNvPr>
          <p:cNvSpPr>
            <a:spLocks noGrp="1"/>
          </p:cNvSpPr>
          <p:nvPr/>
        </p:nvSpPr>
        <p:spPr>
          <a:xfrm>
            <a:off x="381000" y="2190750"/>
            <a:ext cx="2667000" cy="762000"/>
          </a:xfrm>
          <a:prstGeom prst="rect">
            <a:avLst/>
          </a:prstGeom>
          <a:noFill/>
          <a:ln w="0">
            <a:noFill/>
          </a:ln>
        </p:spPr>
        <p:txBody>
          <a:bodyPr/>
          <a:lstStyle/>
          <a:p>
            <a:endParaRPr lang="zh-CN" altLang="en-US"/>
          </a:p>
        </p:txBody>
      </p:sp>
      <p:sp>
        <p:nvSpPr>
          <p:cNvPr id="19" name="Visual space — Noita screenshot">
            <a:extLst>
              <a:ext uri="{FF2B5EF4-FFF2-40B4-BE49-F238E27FC236}">
                <a16:creationId xmlns:a16="http://schemas.microsoft.com/office/drawing/2014/main" id="{B84BB41B-C23F-4B2A-BC2F-9AB396E09AE7}"/>
              </a:ext>
            </a:extLst>
          </p:cNvPr>
          <p:cNvSpPr>
            <a:spLocks noGrp="1"/>
          </p:cNvSpPr>
          <p:nvPr/>
        </p:nvSpPr>
        <p:spPr>
          <a:xfrm>
            <a:off x="3238500" y="2190750"/>
            <a:ext cx="2667000" cy="762000"/>
          </a:xfrm>
          <a:prstGeom prst="rect">
            <a:avLst/>
          </a:prstGeom>
          <a:noFill/>
          <a:ln w="0">
            <a:noFill/>
          </a:ln>
        </p:spPr>
        <p:txBody>
          <a:bodyPr/>
          <a:lstStyle/>
          <a:p>
            <a:endParaRPr lang="zh-CN" altLang="en-US"/>
          </a:p>
        </p:txBody>
      </p:sp>
      <p:sp>
        <p:nvSpPr>
          <p:cNvPr id="20" name="Visual space — Rain World screenshot">
            <a:extLst>
              <a:ext uri="{FF2B5EF4-FFF2-40B4-BE49-F238E27FC236}">
                <a16:creationId xmlns:a16="http://schemas.microsoft.com/office/drawing/2014/main" id="{686CBFDB-1A93-4AD4-A791-3C82BD51067C}"/>
              </a:ext>
            </a:extLst>
          </p:cNvPr>
          <p:cNvSpPr>
            <a:spLocks noGrp="1"/>
          </p:cNvSpPr>
          <p:nvPr/>
        </p:nvSpPr>
        <p:spPr>
          <a:xfrm>
            <a:off x="6096000" y="2190750"/>
            <a:ext cx="2667000" cy="762000"/>
          </a:xfrm>
          <a:prstGeom prst="rect">
            <a:avLst/>
          </a:prstGeom>
          <a:noFill/>
          <a:ln w="0">
            <a:noFill/>
          </a:ln>
        </p:spPr>
        <p:txBody>
          <a:bodyPr/>
          <a:lstStyle/>
          <a:p>
            <a:endParaRPr lang="zh-CN" altLang="en-US"/>
          </a:p>
        </p:txBody>
      </p:sp>
      <p:sp>
        <p:nvSpPr>
          <p:cNvPr id="21" name="Visual space — Shadow of the Colossus screenshot">
            <a:extLst>
              <a:ext uri="{FF2B5EF4-FFF2-40B4-BE49-F238E27FC236}">
                <a16:creationId xmlns:a16="http://schemas.microsoft.com/office/drawing/2014/main" id="{3ED73FCC-3D70-4497-9BCB-68D7109D3E89}"/>
              </a:ext>
            </a:extLst>
          </p:cNvPr>
          <p:cNvSpPr>
            <a:spLocks noGrp="1"/>
          </p:cNvSpPr>
          <p:nvPr/>
        </p:nvSpPr>
        <p:spPr>
          <a:xfrm>
            <a:off x="381000" y="3476625"/>
            <a:ext cx="2667000" cy="762000"/>
          </a:xfrm>
          <a:prstGeom prst="rect">
            <a:avLst/>
          </a:prstGeom>
          <a:noFill/>
          <a:ln w="0">
            <a:noFill/>
          </a:ln>
        </p:spPr>
        <p:txBody>
          <a:bodyPr/>
          <a:lstStyle/>
          <a:p>
            <a:endParaRPr lang="zh-CN" altLang="en-US"/>
          </a:p>
        </p:txBody>
      </p:sp>
      <p:sp>
        <p:nvSpPr>
          <p:cNvPr id="22" name="Visual space — Proteus screenshot">
            <a:extLst>
              <a:ext uri="{FF2B5EF4-FFF2-40B4-BE49-F238E27FC236}">
                <a16:creationId xmlns:a16="http://schemas.microsoft.com/office/drawing/2014/main" id="{376C708C-7206-416F-B389-8C9697BB80B3}"/>
              </a:ext>
            </a:extLst>
          </p:cNvPr>
          <p:cNvSpPr>
            <a:spLocks noGrp="1"/>
          </p:cNvSpPr>
          <p:nvPr/>
        </p:nvSpPr>
        <p:spPr>
          <a:xfrm>
            <a:off x="5897988" y="2818931"/>
            <a:ext cx="2667000" cy="762000"/>
          </a:xfrm>
          <a:prstGeom prst="rect">
            <a:avLst/>
          </a:prstGeom>
          <a:noFill/>
          <a:ln w="0">
            <a:noFill/>
          </a:ln>
        </p:spPr>
        <p:txBody>
          <a:bodyPr/>
          <a:lstStyle/>
          <a:p>
            <a:endParaRPr lang="zh-CN" altLang="en-US"/>
          </a:p>
        </p:txBody>
      </p:sp>
      <p:sp>
        <p:nvSpPr>
          <p:cNvPr id="23" name="Visual space — Lucid Blocks screenshot">
            <a:extLst>
              <a:ext uri="{FF2B5EF4-FFF2-40B4-BE49-F238E27FC236}">
                <a16:creationId xmlns:a16="http://schemas.microsoft.com/office/drawing/2014/main" id="{F23F0FA4-4F5B-44C8-B3AF-11D1A1C24F73}"/>
              </a:ext>
            </a:extLst>
          </p:cNvPr>
          <p:cNvSpPr>
            <a:spLocks noGrp="1"/>
          </p:cNvSpPr>
          <p:nvPr/>
        </p:nvSpPr>
        <p:spPr>
          <a:xfrm>
            <a:off x="6096000" y="3476625"/>
            <a:ext cx="2667000" cy="762000"/>
          </a:xfrm>
          <a:prstGeom prst="rect">
            <a:avLst/>
          </a:prstGeom>
          <a:noFill/>
          <a:ln w="0">
            <a:noFill/>
          </a:ln>
        </p:spPr>
        <p:txBody>
          <a:bodyPr/>
          <a:lstStyle/>
          <a:p>
            <a:endParaRPr lang="zh-CN" altLang="en-US"/>
          </a:p>
        </p:txBody>
      </p:sp>
      <p:pic>
        <p:nvPicPr>
          <p:cNvPr id="4" name="图片 3" descr="Proteus: A Beautiful, Poignant Experience - Irrational Passions">
            <a:extLst>
              <a:ext uri="{FF2B5EF4-FFF2-40B4-BE49-F238E27FC236}">
                <a16:creationId xmlns:a16="http://schemas.microsoft.com/office/drawing/2014/main" id="{8597E9C9-3F41-B928-9238-A9FBAC103F82}"/>
              </a:ext>
            </a:extLst>
          </p:cNvPr>
          <p:cNvPicPr>
            <a:picLocks noChangeAspect="1"/>
          </p:cNvPicPr>
          <p:nvPr/>
        </p:nvPicPr>
        <p:blipFill>
          <a:blip r:embed="rId3"/>
          <a:stretch>
            <a:fillRect/>
          </a:stretch>
        </p:blipFill>
        <p:spPr>
          <a:xfrm>
            <a:off x="6020635" y="1288716"/>
            <a:ext cx="2915829" cy="1640154"/>
          </a:xfrm>
          <a:prstGeom prst="rect">
            <a:avLst/>
          </a:prstGeom>
        </p:spPr>
      </p:pic>
      <p:pic>
        <p:nvPicPr>
          <p:cNvPr id="6" name="图片 5" descr="Proteus">
            <a:extLst>
              <a:ext uri="{FF2B5EF4-FFF2-40B4-BE49-F238E27FC236}">
                <a16:creationId xmlns:a16="http://schemas.microsoft.com/office/drawing/2014/main" id="{4517B581-239A-5380-A95D-36F043EE5AFC}"/>
              </a:ext>
            </a:extLst>
          </p:cNvPr>
          <p:cNvPicPr>
            <a:picLocks noChangeAspect="1"/>
          </p:cNvPicPr>
          <p:nvPr/>
        </p:nvPicPr>
        <p:blipFill>
          <a:blip r:embed="rId4"/>
          <a:stretch>
            <a:fillRect/>
          </a:stretch>
        </p:blipFill>
        <p:spPr>
          <a:xfrm>
            <a:off x="5470184" y="2580894"/>
            <a:ext cx="1916448" cy="895731"/>
          </a:xfrm>
          <a:prstGeom prst="rect">
            <a:avLst/>
          </a:prstGeom>
        </p:spPr>
      </p:pic>
      <p:pic>
        <p:nvPicPr>
          <p:cNvPr id="10" name="图片 9" descr="Rain World">
            <a:extLst>
              <a:ext uri="{FF2B5EF4-FFF2-40B4-BE49-F238E27FC236}">
                <a16:creationId xmlns:a16="http://schemas.microsoft.com/office/drawing/2014/main" id="{27AB7A2B-4A73-D540-D64A-49D5DEB35C24}"/>
              </a:ext>
            </a:extLst>
          </p:cNvPr>
          <p:cNvPicPr>
            <a:picLocks noChangeAspect="1"/>
          </p:cNvPicPr>
          <p:nvPr/>
        </p:nvPicPr>
        <p:blipFill>
          <a:blip r:embed="rId5"/>
          <a:stretch>
            <a:fillRect/>
          </a:stretch>
        </p:blipFill>
        <p:spPr>
          <a:xfrm>
            <a:off x="2124573" y="3401850"/>
            <a:ext cx="3246605" cy="1826215"/>
          </a:xfrm>
          <a:prstGeom prst="rect">
            <a:avLst/>
          </a:prstGeom>
        </p:spPr>
      </p:pic>
      <p:pic>
        <p:nvPicPr>
          <p:cNvPr id="14" name="图片 13" descr="Rain World for Nintendo Switch - Nintendo Official Site">
            <a:extLst>
              <a:ext uri="{FF2B5EF4-FFF2-40B4-BE49-F238E27FC236}">
                <a16:creationId xmlns:a16="http://schemas.microsoft.com/office/drawing/2014/main" id="{58D4A056-149B-44EB-DCFA-F9017F8721ED}"/>
              </a:ext>
            </a:extLst>
          </p:cNvPr>
          <p:cNvPicPr>
            <a:picLocks noChangeAspect="1"/>
          </p:cNvPicPr>
          <p:nvPr/>
        </p:nvPicPr>
        <p:blipFill>
          <a:blip r:embed="rId6"/>
          <a:stretch>
            <a:fillRect/>
          </a:stretch>
        </p:blipFill>
        <p:spPr>
          <a:xfrm>
            <a:off x="1083254" y="3144101"/>
            <a:ext cx="1686613" cy="948720"/>
          </a:xfrm>
          <a:prstGeom prst="rect">
            <a:avLst/>
          </a:prstGeom>
        </p:spPr>
      </p:pic>
      <p:pic>
        <p:nvPicPr>
          <p:cNvPr id="24" name="图片 23" descr="Extreme Evolution: Drive to Divinity Screenshots · SteamDB">
            <a:extLst>
              <a:ext uri="{FF2B5EF4-FFF2-40B4-BE49-F238E27FC236}">
                <a16:creationId xmlns:a16="http://schemas.microsoft.com/office/drawing/2014/main" id="{B12777DC-DDAC-7303-C11D-17A2A0B5A182}"/>
              </a:ext>
            </a:extLst>
          </p:cNvPr>
          <p:cNvPicPr>
            <a:picLocks noChangeAspect="1"/>
          </p:cNvPicPr>
          <p:nvPr/>
        </p:nvPicPr>
        <p:blipFill>
          <a:blip r:embed="rId7"/>
          <a:stretch>
            <a:fillRect/>
          </a:stretch>
        </p:blipFill>
        <p:spPr>
          <a:xfrm>
            <a:off x="551380" y="828542"/>
            <a:ext cx="3081503" cy="1733346"/>
          </a:xfrm>
          <a:prstGeom prst="rect">
            <a:avLst/>
          </a:prstGeom>
        </p:spPr>
      </p:pic>
      <p:pic>
        <p:nvPicPr>
          <p:cNvPr id="26" name="图片 25" descr="Extreme Evolution: Drive to Divinity on Steam">
            <a:extLst>
              <a:ext uri="{FF2B5EF4-FFF2-40B4-BE49-F238E27FC236}">
                <a16:creationId xmlns:a16="http://schemas.microsoft.com/office/drawing/2014/main" id="{13F70025-0CF1-A191-F4FF-B94F22325E41}"/>
              </a:ext>
            </a:extLst>
          </p:cNvPr>
          <p:cNvPicPr>
            <a:picLocks noChangeAspect="1"/>
          </p:cNvPicPr>
          <p:nvPr/>
        </p:nvPicPr>
        <p:blipFill>
          <a:blip r:embed="rId8"/>
          <a:stretch>
            <a:fillRect/>
          </a:stretch>
        </p:blipFill>
        <p:spPr>
          <a:xfrm>
            <a:off x="2921172" y="1924804"/>
            <a:ext cx="1577014" cy="903442"/>
          </a:xfrm>
          <a:prstGeom prst="rect">
            <a:avLst/>
          </a:prstGeom>
        </p:spPr>
      </p:pic>
      <p:pic>
        <p:nvPicPr>
          <p:cNvPr id="29" name="图片 28" descr="Can't Stop Playing: Noita | Rock Paper Shotgun">
            <a:extLst>
              <a:ext uri="{FF2B5EF4-FFF2-40B4-BE49-F238E27FC236}">
                <a16:creationId xmlns:a16="http://schemas.microsoft.com/office/drawing/2014/main" id="{9F5600AB-E58F-65F0-B9C8-034DDAD87264}"/>
              </a:ext>
            </a:extLst>
          </p:cNvPr>
          <p:cNvPicPr>
            <a:picLocks noChangeAspect="1"/>
          </p:cNvPicPr>
          <p:nvPr/>
        </p:nvPicPr>
        <p:blipFill>
          <a:blip r:embed="rId9"/>
          <a:srcRect t="27304" b="8062"/>
          <a:stretch>
            <a:fillRect/>
          </a:stretch>
        </p:blipFill>
        <p:spPr>
          <a:xfrm>
            <a:off x="533016" y="828542"/>
            <a:ext cx="3352349" cy="2166779"/>
          </a:xfrm>
          <a:prstGeom prst="rect">
            <a:avLst/>
          </a:prstGeom>
        </p:spPr>
      </p:pic>
      <p:pic>
        <p:nvPicPr>
          <p:cNvPr id="28" name="图片 27" descr="Noita on Steam">
            <a:extLst>
              <a:ext uri="{FF2B5EF4-FFF2-40B4-BE49-F238E27FC236}">
                <a16:creationId xmlns:a16="http://schemas.microsoft.com/office/drawing/2014/main" id="{35F5B6D7-6A78-EDC1-4033-72C4980620A2}"/>
              </a:ext>
            </a:extLst>
          </p:cNvPr>
          <p:cNvPicPr>
            <a:picLocks noChangeAspect="1"/>
          </p:cNvPicPr>
          <p:nvPr/>
        </p:nvPicPr>
        <p:blipFill>
          <a:blip r:embed="rId10"/>
          <a:stretch>
            <a:fillRect/>
          </a:stretch>
        </p:blipFill>
        <p:spPr>
          <a:xfrm>
            <a:off x="3221945" y="1680113"/>
            <a:ext cx="1939396" cy="1111375"/>
          </a:xfrm>
          <a:prstGeom prst="rect">
            <a:avLst/>
          </a:prstGeom>
        </p:spPr>
      </p:pic>
      <p:pic>
        <p:nvPicPr>
          <p:cNvPr id="31" name="图片 30" descr="Buy Lucid Blocks - PC (Steam)">
            <a:extLst>
              <a:ext uri="{FF2B5EF4-FFF2-40B4-BE49-F238E27FC236}">
                <a16:creationId xmlns:a16="http://schemas.microsoft.com/office/drawing/2014/main" id="{75C5A535-0904-9E1C-5432-517189C2118B}"/>
              </a:ext>
            </a:extLst>
          </p:cNvPr>
          <p:cNvPicPr>
            <a:picLocks noChangeAspect="1"/>
          </p:cNvPicPr>
          <p:nvPr/>
        </p:nvPicPr>
        <p:blipFill>
          <a:blip r:embed="rId11"/>
          <a:stretch>
            <a:fillRect/>
          </a:stretch>
        </p:blipFill>
        <p:spPr>
          <a:xfrm>
            <a:off x="5365914" y="1162881"/>
            <a:ext cx="3667010" cy="2062693"/>
          </a:xfrm>
          <a:prstGeom prst="rect">
            <a:avLst/>
          </a:prstGeom>
        </p:spPr>
      </p:pic>
      <p:pic>
        <p:nvPicPr>
          <p:cNvPr id="32" name="图片 31">
            <a:extLst>
              <a:ext uri="{FF2B5EF4-FFF2-40B4-BE49-F238E27FC236}">
                <a16:creationId xmlns:a16="http://schemas.microsoft.com/office/drawing/2014/main" id="{E970C38F-5E65-3DC9-5F76-29073C48A91E}"/>
              </a:ext>
            </a:extLst>
          </p:cNvPr>
          <p:cNvPicPr>
            <a:picLocks noChangeAspect="1"/>
          </p:cNvPicPr>
          <p:nvPr/>
        </p:nvPicPr>
        <p:blipFill>
          <a:blip r:embed="rId12"/>
          <a:stretch>
            <a:fillRect/>
          </a:stretch>
        </p:blipFill>
        <p:spPr>
          <a:xfrm>
            <a:off x="970260" y="3043510"/>
            <a:ext cx="4503369" cy="2542896"/>
          </a:xfrm>
          <a:prstGeom prst="rect">
            <a:avLst/>
          </a:prstGeom>
        </p:spPr>
      </p:pic>
      <p:pic>
        <p:nvPicPr>
          <p:cNvPr id="30" name="图片 29" descr="Lucid Blocks">
            <a:extLst>
              <a:ext uri="{FF2B5EF4-FFF2-40B4-BE49-F238E27FC236}">
                <a16:creationId xmlns:a16="http://schemas.microsoft.com/office/drawing/2014/main" id="{56C0BB1B-C64D-3C0A-0AB7-069673F906C0}"/>
              </a:ext>
            </a:extLst>
          </p:cNvPr>
          <p:cNvPicPr>
            <a:picLocks noChangeAspect="1"/>
          </p:cNvPicPr>
          <p:nvPr/>
        </p:nvPicPr>
        <p:blipFill>
          <a:blip r:embed="rId13"/>
          <a:stretch>
            <a:fillRect/>
          </a:stretch>
        </p:blipFill>
        <p:spPr>
          <a:xfrm>
            <a:off x="5313100" y="2681498"/>
            <a:ext cx="2073532" cy="969151"/>
          </a:xfrm>
          <a:prstGeom prst="rect">
            <a:avLst/>
          </a:prstGeom>
        </p:spPr>
      </p:pic>
    </p:spTree>
    <p:extLst>
      <p:ext uri="{BB962C8B-B14F-4D97-AF65-F5344CB8AC3E}">
        <p14:creationId xmlns:p14="http://schemas.microsoft.com/office/powerpoint/2010/main" val="171994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B583374C-8DA1-442C-81AD-75D4EA8A6106}"/>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06 / 13</a:t>
            </a:r>
          </a:p>
        </p:txBody>
      </p:sp>
      <p:sp>
        <p:nvSpPr>
          <p:cNvPr id="2" name="Title — editable / optional shader treatment">
            <a:extLst>
              <a:ext uri="{FF2B5EF4-FFF2-40B4-BE49-F238E27FC236}">
                <a16:creationId xmlns:a16="http://schemas.microsoft.com/office/drawing/2014/main" id="{49A165F6-ED57-4C97-A821-F24971B3519C}"/>
              </a:ext>
            </a:extLst>
          </p:cNvPr>
          <p:cNvSpPr>
            <a:spLocks noGrp="1"/>
          </p:cNvSpPr>
          <p:nvPr/>
        </p:nvSpPr>
        <p:spPr>
          <a:xfrm>
            <a:off x="381000" y="285750"/>
            <a:ext cx="8382000" cy="1381125"/>
          </a:xfrm>
          <a:prstGeom prst="rect">
            <a:avLst/>
          </a:prstGeom>
          <a:noFill/>
          <a:ln w="0">
            <a:noFill/>
          </a:ln>
        </p:spPr>
        <p:txBody>
          <a:bodyPr lIns="0" tIns="0" rIns="0" bIns="0" anchor="t">
            <a:noAutofit/>
          </a:bodyPr>
          <a:lstStyle/>
          <a:p>
            <a:pP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E</a:t>
            </a:r>
            <a:r>
              <a:rPr lang="en-US" sz="4500" b="1" dirty="0">
                <a:solidFill>
                  <a:srgbClr val="FFFFFF"/>
                </a:solidFill>
                <a:latin typeface="Space Grotesk"/>
                <a:ea typeface="Space Grotesk"/>
                <a:cs typeface="Space Grotesk"/>
              </a:rPr>
              <a:t>xplore/Observe/Experiment</a:t>
            </a:r>
            <a:endParaRPr sz="4500" b="1" dirty="0">
              <a:solidFill>
                <a:srgbClr val="FFFFFF"/>
              </a:solidFill>
              <a:latin typeface="Space Grotesk"/>
              <a:ea typeface="Space Grotesk"/>
              <a:cs typeface="Space Grotesk"/>
            </a:endParaRPr>
          </a:p>
        </p:txBody>
      </p:sp>
      <p:sp>
        <p:nvSpPr>
          <p:cNvPr id="3" name="Main point">
            <a:extLst>
              <a:ext uri="{FF2B5EF4-FFF2-40B4-BE49-F238E27FC236}">
                <a16:creationId xmlns:a16="http://schemas.microsoft.com/office/drawing/2014/main" id="{170868BD-40B5-41BC-B520-6AC0731A1A11}"/>
              </a:ext>
            </a:extLst>
          </p:cNvPr>
          <p:cNvSpPr>
            <a:spLocks noGrp="1"/>
          </p:cNvSpPr>
          <p:nvPr/>
        </p:nvSpPr>
        <p:spPr>
          <a:xfrm>
            <a:off x="381000" y="1109662"/>
            <a:ext cx="8382000" cy="619125"/>
          </a:xfrm>
          <a:prstGeom prst="rect">
            <a:avLst/>
          </a:prstGeom>
          <a:noFill/>
          <a:ln w="0">
            <a:noFill/>
          </a:ln>
        </p:spPr>
        <p:txBody>
          <a:bodyPr lIns="0" tIns="0" rIns="0" bIns="0" anchor="t">
            <a:noAutofit/>
          </a:bodyPr>
          <a:lstStyle/>
          <a:p>
            <a:pPr>
              <a:defRPr sz="2100" b="1">
                <a:solidFill>
                  <a:srgbClr val="FFFFFF"/>
                </a:solidFill>
                <a:latin typeface="Space Grotesk"/>
                <a:ea typeface="Space Grotesk"/>
                <a:cs typeface="Space Grotesk"/>
              </a:defRPr>
            </a:pPr>
            <a:r>
              <a:rPr sz="2100" b="1" dirty="0">
                <a:solidFill>
                  <a:srgbClr val="FFFFFF"/>
                </a:solidFill>
                <a:latin typeface="Space Grotesk"/>
                <a:ea typeface="Space Grotesk"/>
                <a:cs typeface="Space Grotesk"/>
              </a:rPr>
              <a:t>Simple actions</a:t>
            </a:r>
            <a:r>
              <a:rPr lang="en-US" sz="2100" b="1" dirty="0">
                <a:solidFill>
                  <a:srgbClr val="FFFFFF"/>
                </a:solidFill>
                <a:latin typeface="Space Grotesk"/>
                <a:ea typeface="Space Grotesk"/>
                <a:cs typeface="Space Grotesk"/>
              </a:rPr>
              <a:t> - </a:t>
            </a:r>
            <a:r>
              <a:rPr lang="en-US" altLang="zh-CN" sz="1500" dirty="0">
                <a:solidFill>
                  <a:srgbClr val="FFFFFF"/>
                </a:solidFill>
                <a:latin typeface="Space Grotesk"/>
                <a:ea typeface="Space Grotesk"/>
                <a:cs typeface="Space Grotesk"/>
              </a:rPr>
              <a:t>Walk and observe. Carry and reposition.</a:t>
            </a:r>
          </a:p>
          <a:p>
            <a:pPr algn="l">
              <a:buNone/>
              <a:defRPr sz="2100" b="1">
                <a:solidFill>
                  <a:srgbClr val="FFFFFF"/>
                </a:solidFill>
                <a:latin typeface="Space Grotesk"/>
                <a:ea typeface="Space Grotesk"/>
                <a:cs typeface="Space Grotesk"/>
              </a:defRPr>
            </a:pPr>
            <a:endParaRPr lang="en-US" sz="2100" b="1" dirty="0">
              <a:solidFill>
                <a:srgbClr val="FFFFFF"/>
              </a:solidFill>
              <a:latin typeface="Space Grotesk"/>
              <a:ea typeface="Space Grotesk"/>
              <a:cs typeface="Space Grotesk"/>
            </a:endParaRPr>
          </a:p>
        </p:txBody>
      </p:sp>
      <p:sp>
        <p:nvSpPr>
          <p:cNvPr id="4" name="Actions">
            <a:extLst>
              <a:ext uri="{FF2B5EF4-FFF2-40B4-BE49-F238E27FC236}">
                <a16:creationId xmlns:a16="http://schemas.microsoft.com/office/drawing/2014/main" id="{73BCD7EF-FF28-42C3-847D-1A87F68EAF5E}"/>
              </a:ext>
            </a:extLst>
          </p:cNvPr>
          <p:cNvSpPr>
            <a:spLocks noGrp="1"/>
          </p:cNvSpPr>
          <p:nvPr/>
        </p:nvSpPr>
        <p:spPr>
          <a:xfrm>
            <a:off x="381000" y="1531144"/>
            <a:ext cx="8382000" cy="333375"/>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Walk and observe. Carry and reposition.</a:t>
            </a:r>
          </a:p>
        </p:txBody>
      </p:sp>
      <p:sp>
        <p:nvSpPr>
          <p:cNvPr id="6" name="Play style caption">
            <a:extLst>
              <a:ext uri="{FF2B5EF4-FFF2-40B4-BE49-F238E27FC236}">
                <a16:creationId xmlns:a16="http://schemas.microsoft.com/office/drawing/2014/main" id="{2C726552-4783-4911-9C57-26C059B8535E}"/>
              </a:ext>
            </a:extLst>
          </p:cNvPr>
          <p:cNvSpPr>
            <a:spLocks noGrp="1"/>
          </p:cNvSpPr>
          <p:nvPr/>
        </p:nvSpPr>
        <p:spPr>
          <a:xfrm>
            <a:off x="3810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Wanderer</a:t>
            </a:r>
          </a:p>
        </p:txBody>
      </p:sp>
      <p:sp>
        <p:nvSpPr>
          <p:cNvPr id="8" name="Play style caption">
            <a:extLst>
              <a:ext uri="{FF2B5EF4-FFF2-40B4-BE49-F238E27FC236}">
                <a16:creationId xmlns:a16="http://schemas.microsoft.com/office/drawing/2014/main" id="{D1FA1585-3C64-466F-827D-89D2F3394030}"/>
              </a:ext>
            </a:extLst>
          </p:cNvPr>
          <p:cNvSpPr>
            <a:spLocks noGrp="1"/>
          </p:cNvSpPr>
          <p:nvPr/>
        </p:nvSpPr>
        <p:spPr>
          <a:xfrm>
            <a:off x="32385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lang="en-US" sz="1500" b="0" dirty="0">
                <a:solidFill>
                  <a:srgbClr val="FFFFFF"/>
                </a:solidFill>
                <a:latin typeface="Space Grotesk"/>
                <a:ea typeface="Space Grotesk"/>
                <a:cs typeface="Space Grotesk"/>
              </a:rPr>
              <a:t>Observer</a:t>
            </a:r>
            <a:endParaRPr sz="1500" b="0" dirty="0">
              <a:solidFill>
                <a:srgbClr val="FFFFFF"/>
              </a:solidFill>
              <a:latin typeface="Space Grotesk"/>
              <a:ea typeface="Space Grotesk"/>
              <a:cs typeface="Space Grotesk"/>
            </a:endParaRPr>
          </a:p>
        </p:txBody>
      </p:sp>
      <p:sp>
        <p:nvSpPr>
          <p:cNvPr id="10" name="Play style caption">
            <a:extLst>
              <a:ext uri="{FF2B5EF4-FFF2-40B4-BE49-F238E27FC236}">
                <a16:creationId xmlns:a16="http://schemas.microsoft.com/office/drawing/2014/main" id="{E56D945F-CC2A-487E-90E6-50BEF54B6CE9}"/>
              </a:ext>
            </a:extLst>
          </p:cNvPr>
          <p:cNvSpPr>
            <a:spLocks noGrp="1"/>
          </p:cNvSpPr>
          <p:nvPr/>
        </p:nvSpPr>
        <p:spPr>
          <a:xfrm>
            <a:off x="60960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lang="en-US" sz="1500" b="0" dirty="0">
                <a:solidFill>
                  <a:srgbClr val="FFFFFF"/>
                </a:solidFill>
                <a:latin typeface="Space Grotesk"/>
                <a:ea typeface="Space Grotesk"/>
                <a:cs typeface="Space Grotesk"/>
              </a:rPr>
              <a:t>Experimenter</a:t>
            </a:r>
            <a:endParaRPr sz="1500" b="0" dirty="0">
              <a:solidFill>
                <a:srgbClr val="FFFFFF"/>
              </a:solidFill>
              <a:latin typeface="Space Grotesk"/>
              <a:ea typeface="Space Grotesk"/>
              <a:cs typeface="Space Grotesk"/>
            </a:endParaRPr>
          </a:p>
        </p:txBody>
      </p:sp>
      <p:sp>
        <p:nvSpPr>
          <p:cNvPr id="12" name="Subtle divider">
            <a:extLst>
              <a:ext uri="{FF2B5EF4-FFF2-40B4-BE49-F238E27FC236}">
                <a16:creationId xmlns:a16="http://schemas.microsoft.com/office/drawing/2014/main" id="{D5631FA9-21E7-4617-A155-E215C5232361}"/>
              </a:ext>
            </a:extLst>
          </p:cNvPr>
          <p:cNvSpPr>
            <a:spLocks noGrp="1"/>
          </p:cNvSpPr>
          <p:nvPr/>
        </p:nvSpPr>
        <p:spPr>
          <a:xfrm>
            <a:off x="381000" y="2809875"/>
            <a:ext cx="1143000" cy="0"/>
          </a:xfrm>
          <a:prstGeom prst="line">
            <a:avLst/>
          </a:prstGeom>
          <a:noFill/>
          <a:ln w="7620">
            <a:solidFill>
              <a:srgbClr val="656565"/>
            </a:solidFill>
          </a:ln>
        </p:spPr>
        <p:txBody>
          <a:bodyPr/>
          <a:lstStyle/>
          <a:p>
            <a:endParaRPr lang="zh-CN" altLang="en-US"/>
          </a:p>
        </p:txBody>
      </p:sp>
      <p:sp>
        <p:nvSpPr>
          <p:cNvPr id="13" name="Visual space — Wanderer scene">
            <a:extLst>
              <a:ext uri="{FF2B5EF4-FFF2-40B4-BE49-F238E27FC236}">
                <a16:creationId xmlns:a16="http://schemas.microsoft.com/office/drawing/2014/main" id="{6CF50146-1A4F-4126-8658-3CDF138C7D1D}"/>
              </a:ext>
            </a:extLst>
          </p:cNvPr>
          <p:cNvSpPr>
            <a:spLocks noGrp="1"/>
          </p:cNvSpPr>
          <p:nvPr/>
        </p:nvSpPr>
        <p:spPr>
          <a:xfrm>
            <a:off x="381000" y="3000375"/>
            <a:ext cx="2667000" cy="1095375"/>
          </a:xfrm>
          <a:prstGeom prst="rect">
            <a:avLst/>
          </a:prstGeom>
          <a:noFill/>
          <a:ln w="0">
            <a:noFill/>
          </a:ln>
        </p:spPr>
        <p:txBody>
          <a:bodyPr/>
          <a:lstStyle/>
          <a:p>
            <a:endParaRPr lang="zh-CN" altLang="en-US"/>
          </a:p>
        </p:txBody>
      </p:sp>
      <p:sp>
        <p:nvSpPr>
          <p:cNvPr id="14" name="Visual space — Experimenter scene">
            <a:extLst>
              <a:ext uri="{FF2B5EF4-FFF2-40B4-BE49-F238E27FC236}">
                <a16:creationId xmlns:a16="http://schemas.microsoft.com/office/drawing/2014/main" id="{63054522-BD6D-4052-A9A7-97E860B47A50}"/>
              </a:ext>
            </a:extLst>
          </p:cNvPr>
          <p:cNvSpPr>
            <a:spLocks noGrp="1"/>
          </p:cNvSpPr>
          <p:nvPr/>
        </p:nvSpPr>
        <p:spPr>
          <a:xfrm>
            <a:off x="3238500" y="3000375"/>
            <a:ext cx="2667000" cy="1095375"/>
          </a:xfrm>
          <a:prstGeom prst="rect">
            <a:avLst/>
          </a:prstGeom>
          <a:noFill/>
          <a:ln w="0">
            <a:noFill/>
          </a:ln>
        </p:spPr>
        <p:txBody>
          <a:bodyPr/>
          <a:lstStyle/>
          <a:p>
            <a:endParaRPr lang="zh-CN" altLang="en-US"/>
          </a:p>
        </p:txBody>
      </p:sp>
      <p:sp>
        <p:nvSpPr>
          <p:cNvPr id="15" name="Visual space — Industrialist scene">
            <a:extLst>
              <a:ext uri="{FF2B5EF4-FFF2-40B4-BE49-F238E27FC236}">
                <a16:creationId xmlns:a16="http://schemas.microsoft.com/office/drawing/2014/main" id="{EE1AC339-F15F-4FCB-8CD6-675E42E40BD3}"/>
              </a:ext>
            </a:extLst>
          </p:cNvPr>
          <p:cNvSpPr>
            <a:spLocks noGrp="1"/>
          </p:cNvSpPr>
          <p:nvPr/>
        </p:nvSpPr>
        <p:spPr>
          <a:xfrm>
            <a:off x="6096000" y="3000375"/>
            <a:ext cx="2667000" cy="1095375"/>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10" name="Page number">
            <a:extLst>
              <a:ext uri="{FF2B5EF4-FFF2-40B4-BE49-F238E27FC236}">
                <a16:creationId xmlns:a16="http://schemas.microsoft.com/office/drawing/2014/main" id="{750CF538-966B-4AA3-9062-97B5F795A631}"/>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07 / 13</a:t>
            </a:r>
          </a:p>
        </p:txBody>
      </p:sp>
      <p:sp>
        <p:nvSpPr>
          <p:cNvPr id="2" name="Title — editable / optional shader treatment">
            <a:extLst>
              <a:ext uri="{FF2B5EF4-FFF2-40B4-BE49-F238E27FC236}">
                <a16:creationId xmlns:a16="http://schemas.microsoft.com/office/drawing/2014/main" id="{7F1AF90B-53F9-4114-93FE-326FDB78BFA6}"/>
              </a:ext>
            </a:extLst>
          </p:cNvPr>
          <p:cNvSpPr>
            <a:spLocks noGrp="1"/>
          </p:cNvSpPr>
          <p:nvPr/>
        </p:nvSpPr>
        <p:spPr>
          <a:xfrm>
            <a:off x="2857500" y="381000"/>
            <a:ext cx="5905500" cy="952500"/>
          </a:xfrm>
          <a:prstGeom prst="rect">
            <a:avLst/>
          </a:prstGeom>
          <a:noFill/>
          <a:ln w="0">
            <a:noFill/>
          </a:ln>
        </p:spPr>
        <p:txBody>
          <a:bodyPr lIns="0" tIns="0" rIns="0" bIns="0" anchor="t">
            <a:noAutofit/>
          </a:bodyPr>
          <a:lstStyle/>
          <a:p>
            <a:pPr algn="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Learning to see</a:t>
            </a:r>
          </a:p>
        </p:txBody>
      </p:sp>
      <p:sp>
        <p:nvSpPr>
          <p:cNvPr id="3" name="Main point">
            <a:extLst>
              <a:ext uri="{FF2B5EF4-FFF2-40B4-BE49-F238E27FC236}">
                <a16:creationId xmlns:a16="http://schemas.microsoft.com/office/drawing/2014/main" id="{017B5E95-C805-44CC-878D-D1E6B07CCF61}"/>
              </a:ext>
            </a:extLst>
          </p:cNvPr>
          <p:cNvSpPr>
            <a:spLocks noGrp="1"/>
          </p:cNvSpPr>
          <p:nvPr/>
        </p:nvSpPr>
        <p:spPr>
          <a:xfrm>
            <a:off x="2857500" y="1524000"/>
            <a:ext cx="5905500" cy="685800"/>
          </a:xfrm>
          <a:prstGeom prst="rect">
            <a:avLst/>
          </a:prstGeom>
          <a:noFill/>
          <a:ln w="0">
            <a:noFill/>
          </a:ln>
        </p:spPr>
        <p:txBody>
          <a:bodyPr lIns="0" tIns="0" rIns="0" bIns="0" anchor="t">
            <a:noAutofit/>
          </a:bodyPr>
          <a:lstStyle/>
          <a:p>
            <a:pPr algn="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Unfamiliar appearances. Consistent behavior.</a:t>
            </a:r>
          </a:p>
        </p:txBody>
      </p:sp>
      <p:sp>
        <p:nvSpPr>
          <p:cNvPr id="5" name="Loop caption">
            <a:extLst>
              <a:ext uri="{FF2B5EF4-FFF2-40B4-BE49-F238E27FC236}">
                <a16:creationId xmlns:a16="http://schemas.microsoft.com/office/drawing/2014/main" id="{C7675F93-E183-4E84-AEC2-D4E6D65AA0F4}"/>
              </a:ext>
            </a:extLst>
          </p:cNvPr>
          <p:cNvSpPr>
            <a:spLocks noGrp="1"/>
          </p:cNvSpPr>
          <p:nvPr/>
        </p:nvSpPr>
        <p:spPr>
          <a:xfrm>
            <a:off x="3810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Observe</a:t>
            </a:r>
          </a:p>
        </p:txBody>
      </p:sp>
      <p:sp>
        <p:nvSpPr>
          <p:cNvPr id="7" name="Loop caption">
            <a:extLst>
              <a:ext uri="{FF2B5EF4-FFF2-40B4-BE49-F238E27FC236}">
                <a16:creationId xmlns:a16="http://schemas.microsoft.com/office/drawing/2014/main" id="{7B262CE7-BFCF-4C0D-BC17-208010793587}"/>
              </a:ext>
            </a:extLst>
          </p:cNvPr>
          <p:cNvSpPr>
            <a:spLocks noGrp="1"/>
          </p:cNvSpPr>
          <p:nvPr/>
        </p:nvSpPr>
        <p:spPr>
          <a:xfrm>
            <a:off x="32385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Intervene</a:t>
            </a:r>
          </a:p>
        </p:txBody>
      </p:sp>
      <p:sp>
        <p:nvSpPr>
          <p:cNvPr id="9" name="Loop caption">
            <a:extLst>
              <a:ext uri="{FF2B5EF4-FFF2-40B4-BE49-F238E27FC236}">
                <a16:creationId xmlns:a16="http://schemas.microsoft.com/office/drawing/2014/main" id="{3A2FE7B6-895D-4440-8E90-C44A36561E74}"/>
              </a:ext>
            </a:extLst>
          </p:cNvPr>
          <p:cNvSpPr>
            <a:spLocks noGrp="1"/>
          </p:cNvSpPr>
          <p:nvPr/>
        </p:nvSpPr>
        <p:spPr>
          <a:xfrm>
            <a:off x="6096000" y="4191000"/>
            <a:ext cx="266700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See what changes</a:t>
            </a:r>
          </a:p>
        </p:txBody>
      </p:sp>
      <p:sp>
        <p:nvSpPr>
          <p:cNvPr id="11" name="Subtle divider">
            <a:extLst>
              <a:ext uri="{FF2B5EF4-FFF2-40B4-BE49-F238E27FC236}">
                <a16:creationId xmlns:a16="http://schemas.microsoft.com/office/drawing/2014/main" id="{62919D1F-82A4-41AC-BD68-1125BBD3DF27}"/>
              </a:ext>
            </a:extLst>
          </p:cNvPr>
          <p:cNvSpPr>
            <a:spLocks noGrp="1"/>
          </p:cNvSpPr>
          <p:nvPr/>
        </p:nvSpPr>
        <p:spPr>
          <a:xfrm>
            <a:off x="7620000" y="2286000"/>
            <a:ext cx="1143000" cy="0"/>
          </a:xfrm>
          <a:prstGeom prst="line">
            <a:avLst/>
          </a:prstGeom>
          <a:noFill/>
          <a:ln w="7620">
            <a:solidFill>
              <a:srgbClr val="656565"/>
            </a:solidFill>
          </a:ln>
        </p:spPr>
        <p:txBody>
          <a:bodyPr/>
          <a:lstStyle/>
          <a:p>
            <a:endParaRPr lang="zh-CN" altLang="en-US"/>
          </a:p>
        </p:txBody>
      </p:sp>
      <p:sp>
        <p:nvSpPr>
          <p:cNvPr id="12" name="Visual space — Observe frame">
            <a:extLst>
              <a:ext uri="{FF2B5EF4-FFF2-40B4-BE49-F238E27FC236}">
                <a16:creationId xmlns:a16="http://schemas.microsoft.com/office/drawing/2014/main" id="{0BFC1F03-6B13-45B0-A39F-3EA04C0A30BD}"/>
              </a:ext>
            </a:extLst>
          </p:cNvPr>
          <p:cNvSpPr>
            <a:spLocks noGrp="1"/>
          </p:cNvSpPr>
          <p:nvPr/>
        </p:nvSpPr>
        <p:spPr>
          <a:xfrm>
            <a:off x="381000" y="2667000"/>
            <a:ext cx="2667000" cy="1381125"/>
          </a:xfrm>
          <a:prstGeom prst="rect">
            <a:avLst/>
          </a:prstGeom>
          <a:noFill/>
          <a:ln w="0">
            <a:noFill/>
          </a:ln>
        </p:spPr>
        <p:txBody>
          <a:bodyPr/>
          <a:lstStyle/>
          <a:p>
            <a:endParaRPr lang="zh-CN" altLang="en-US"/>
          </a:p>
        </p:txBody>
      </p:sp>
      <p:sp>
        <p:nvSpPr>
          <p:cNvPr id="13" name="Visual space — Intervene frame">
            <a:extLst>
              <a:ext uri="{FF2B5EF4-FFF2-40B4-BE49-F238E27FC236}">
                <a16:creationId xmlns:a16="http://schemas.microsoft.com/office/drawing/2014/main" id="{68FAE305-F3F2-486E-AD8E-7EC73126C5F0}"/>
              </a:ext>
            </a:extLst>
          </p:cNvPr>
          <p:cNvSpPr>
            <a:spLocks noGrp="1"/>
          </p:cNvSpPr>
          <p:nvPr/>
        </p:nvSpPr>
        <p:spPr>
          <a:xfrm>
            <a:off x="3238500" y="2667000"/>
            <a:ext cx="2667000" cy="1381125"/>
          </a:xfrm>
          <a:prstGeom prst="rect">
            <a:avLst/>
          </a:prstGeom>
          <a:noFill/>
          <a:ln w="0">
            <a:noFill/>
          </a:ln>
        </p:spPr>
        <p:txBody>
          <a:bodyPr/>
          <a:lstStyle/>
          <a:p>
            <a:endParaRPr lang="zh-CN" altLang="en-US"/>
          </a:p>
        </p:txBody>
      </p:sp>
      <p:sp>
        <p:nvSpPr>
          <p:cNvPr id="14" name="Visual space — See what changes frame">
            <a:extLst>
              <a:ext uri="{FF2B5EF4-FFF2-40B4-BE49-F238E27FC236}">
                <a16:creationId xmlns:a16="http://schemas.microsoft.com/office/drawing/2014/main" id="{E0FD7088-9178-46DC-B6EC-3D903D084F83}"/>
              </a:ext>
            </a:extLst>
          </p:cNvPr>
          <p:cNvSpPr>
            <a:spLocks noGrp="1"/>
          </p:cNvSpPr>
          <p:nvPr/>
        </p:nvSpPr>
        <p:spPr>
          <a:xfrm>
            <a:off x="6096000" y="2667000"/>
            <a:ext cx="2667000" cy="1381125"/>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13" name="Page number">
            <a:extLst>
              <a:ext uri="{FF2B5EF4-FFF2-40B4-BE49-F238E27FC236}">
                <a16:creationId xmlns:a16="http://schemas.microsoft.com/office/drawing/2014/main" id="{6FDE688C-294A-4D42-8853-8AD6FB252B80}"/>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08 / 13</a:t>
            </a:r>
          </a:p>
        </p:txBody>
      </p:sp>
      <p:sp>
        <p:nvSpPr>
          <p:cNvPr id="2" name="Title — editable / optional shader treatment">
            <a:extLst>
              <a:ext uri="{FF2B5EF4-FFF2-40B4-BE49-F238E27FC236}">
                <a16:creationId xmlns:a16="http://schemas.microsoft.com/office/drawing/2014/main" id="{83150542-AD62-492E-8B88-663FED20D686}"/>
              </a:ext>
            </a:extLst>
          </p:cNvPr>
          <p:cNvSpPr>
            <a:spLocks noGrp="1"/>
          </p:cNvSpPr>
          <p:nvPr/>
        </p:nvSpPr>
        <p:spPr>
          <a:xfrm>
            <a:off x="381000" y="285750"/>
            <a:ext cx="8382000" cy="1381125"/>
          </a:xfrm>
          <a:prstGeom prst="rect">
            <a:avLst/>
          </a:prstGeom>
          <a:noFill/>
          <a:ln w="0">
            <a:noFill/>
          </a:ln>
        </p:spPr>
        <p:txBody>
          <a:bodyPr lIns="0" tIns="0" rIns="0" bIns="0" anchor="t">
            <a:noAutofit/>
          </a:bodyPr>
          <a:lstStyle/>
          <a:p>
            <a:pP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Creatures and</a:t>
            </a:r>
          </a:p>
          <a:p>
            <a:pP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connections</a:t>
            </a:r>
          </a:p>
        </p:txBody>
      </p:sp>
      <p:sp>
        <p:nvSpPr>
          <p:cNvPr id="3" name="Main point">
            <a:extLst>
              <a:ext uri="{FF2B5EF4-FFF2-40B4-BE49-F238E27FC236}">
                <a16:creationId xmlns:a16="http://schemas.microsoft.com/office/drawing/2014/main" id="{0B6DFBB6-7588-44DF-8110-DB340DE4EF95}"/>
              </a:ext>
            </a:extLst>
          </p:cNvPr>
          <p:cNvSpPr>
            <a:spLocks noGrp="1"/>
          </p:cNvSpPr>
          <p:nvPr/>
        </p:nvSpPr>
        <p:spPr>
          <a:xfrm>
            <a:off x="381000" y="1809750"/>
            <a:ext cx="8382000" cy="6858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Anything that follows the rules can be a creature.</a:t>
            </a:r>
          </a:p>
        </p:txBody>
      </p:sp>
      <p:sp>
        <p:nvSpPr>
          <p:cNvPr id="5" name="Creature label">
            <a:extLst>
              <a:ext uri="{FF2B5EF4-FFF2-40B4-BE49-F238E27FC236}">
                <a16:creationId xmlns:a16="http://schemas.microsoft.com/office/drawing/2014/main" id="{96884E38-4575-42BE-B7F3-636C473B9D61}"/>
              </a:ext>
            </a:extLst>
          </p:cNvPr>
          <p:cNvSpPr>
            <a:spLocks noGrp="1"/>
          </p:cNvSpPr>
          <p:nvPr/>
        </p:nvSpPr>
        <p:spPr>
          <a:xfrm>
            <a:off x="5286375" y="2647950"/>
            <a:ext cx="3476625" cy="3429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Fire Source</a:t>
            </a:r>
          </a:p>
        </p:txBody>
      </p:sp>
      <p:sp>
        <p:nvSpPr>
          <p:cNvPr id="6" name="Creature behavior">
            <a:extLst>
              <a:ext uri="{FF2B5EF4-FFF2-40B4-BE49-F238E27FC236}">
                <a16:creationId xmlns:a16="http://schemas.microsoft.com/office/drawing/2014/main" id="{52A21872-CCBA-4C94-A650-5DD03973F3D1}"/>
              </a:ext>
            </a:extLst>
          </p:cNvPr>
          <p:cNvSpPr>
            <a:spLocks noGrp="1"/>
          </p:cNvSpPr>
          <p:nvPr/>
        </p:nvSpPr>
        <p:spPr>
          <a:xfrm>
            <a:off x="5286375" y="3009900"/>
            <a:ext cx="3476625" cy="400050"/>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Warms nearby creatures</a:t>
            </a:r>
          </a:p>
        </p:txBody>
      </p:sp>
      <p:sp>
        <p:nvSpPr>
          <p:cNvPr id="8" name="Creature label">
            <a:extLst>
              <a:ext uri="{FF2B5EF4-FFF2-40B4-BE49-F238E27FC236}">
                <a16:creationId xmlns:a16="http://schemas.microsoft.com/office/drawing/2014/main" id="{E190A5D1-2064-41D0-B15C-5770C6F38A24}"/>
              </a:ext>
            </a:extLst>
          </p:cNvPr>
          <p:cNvSpPr>
            <a:spLocks noGrp="1"/>
          </p:cNvSpPr>
          <p:nvPr/>
        </p:nvSpPr>
        <p:spPr>
          <a:xfrm>
            <a:off x="5286375" y="3314700"/>
            <a:ext cx="3476625" cy="3429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Fire Flower</a:t>
            </a:r>
          </a:p>
        </p:txBody>
      </p:sp>
      <p:sp>
        <p:nvSpPr>
          <p:cNvPr id="9" name="Creature behavior">
            <a:extLst>
              <a:ext uri="{FF2B5EF4-FFF2-40B4-BE49-F238E27FC236}">
                <a16:creationId xmlns:a16="http://schemas.microsoft.com/office/drawing/2014/main" id="{F6CB33D1-322C-4C02-9E3B-F468146453F4}"/>
              </a:ext>
            </a:extLst>
          </p:cNvPr>
          <p:cNvSpPr>
            <a:spLocks noGrp="1"/>
          </p:cNvSpPr>
          <p:nvPr/>
        </p:nvSpPr>
        <p:spPr>
          <a:xfrm>
            <a:off x="5286375" y="3676650"/>
            <a:ext cx="3476625" cy="400050"/>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Absorbs heat, releases bubbles</a:t>
            </a:r>
          </a:p>
        </p:txBody>
      </p:sp>
      <p:sp>
        <p:nvSpPr>
          <p:cNvPr id="11" name="Creature label">
            <a:extLst>
              <a:ext uri="{FF2B5EF4-FFF2-40B4-BE49-F238E27FC236}">
                <a16:creationId xmlns:a16="http://schemas.microsoft.com/office/drawing/2014/main" id="{E2C59BA6-828F-4368-9F59-B916D6913BBC}"/>
              </a:ext>
            </a:extLst>
          </p:cNvPr>
          <p:cNvSpPr>
            <a:spLocks noGrp="1"/>
          </p:cNvSpPr>
          <p:nvPr/>
        </p:nvSpPr>
        <p:spPr>
          <a:xfrm>
            <a:off x="5286375" y="3981450"/>
            <a:ext cx="3476625" cy="3429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Fire Bubble</a:t>
            </a:r>
          </a:p>
        </p:txBody>
      </p:sp>
      <p:sp>
        <p:nvSpPr>
          <p:cNvPr id="12" name="Creature behavior">
            <a:extLst>
              <a:ext uri="{FF2B5EF4-FFF2-40B4-BE49-F238E27FC236}">
                <a16:creationId xmlns:a16="http://schemas.microsoft.com/office/drawing/2014/main" id="{789F0E97-2E69-430C-9239-491BA9EE0D9C}"/>
              </a:ext>
            </a:extLst>
          </p:cNvPr>
          <p:cNvSpPr>
            <a:spLocks noGrp="1"/>
          </p:cNvSpPr>
          <p:nvPr/>
        </p:nvSpPr>
        <p:spPr>
          <a:xfrm>
            <a:off x="5286375" y="4343400"/>
            <a:ext cx="3476625" cy="400050"/>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Heat changes the outcome</a:t>
            </a:r>
          </a:p>
        </p:txBody>
      </p:sp>
      <p:sp>
        <p:nvSpPr>
          <p:cNvPr id="14" name="Visual space — Heat ecosystem demo or cutouts">
            <a:extLst>
              <a:ext uri="{FF2B5EF4-FFF2-40B4-BE49-F238E27FC236}">
                <a16:creationId xmlns:a16="http://schemas.microsoft.com/office/drawing/2014/main" id="{E5E1E2EB-A174-4C6D-8186-BD5892C67872}"/>
              </a:ext>
            </a:extLst>
          </p:cNvPr>
          <p:cNvSpPr>
            <a:spLocks noGrp="1"/>
          </p:cNvSpPr>
          <p:nvPr/>
        </p:nvSpPr>
        <p:spPr>
          <a:xfrm>
            <a:off x="381000" y="2647950"/>
            <a:ext cx="4429125" cy="1952625"/>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5" name="Page number">
            <a:extLst>
              <a:ext uri="{FF2B5EF4-FFF2-40B4-BE49-F238E27FC236}">
                <a16:creationId xmlns:a16="http://schemas.microsoft.com/office/drawing/2014/main" id="{434D34D0-DDB4-4581-B481-6EC67693C155}"/>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09 / 13</a:t>
            </a:r>
          </a:p>
        </p:txBody>
      </p:sp>
      <p:sp>
        <p:nvSpPr>
          <p:cNvPr id="2" name="Title — editable / optional shader treatment">
            <a:extLst>
              <a:ext uri="{FF2B5EF4-FFF2-40B4-BE49-F238E27FC236}">
                <a16:creationId xmlns:a16="http://schemas.microsoft.com/office/drawing/2014/main" id="{22D7E266-E504-479C-8F9B-E66C175FB49C}"/>
              </a:ext>
            </a:extLst>
          </p:cNvPr>
          <p:cNvSpPr>
            <a:spLocks noGrp="1"/>
          </p:cNvSpPr>
          <p:nvPr/>
        </p:nvSpPr>
        <p:spPr>
          <a:xfrm>
            <a:off x="381000" y="714375"/>
            <a:ext cx="8382000" cy="1381125"/>
          </a:xfrm>
          <a:prstGeom prst="rect">
            <a:avLst/>
          </a:prstGeom>
          <a:noFill/>
          <a:ln w="0">
            <a:noFill/>
          </a:ln>
        </p:spPr>
        <p:txBody>
          <a:bodyPr lIns="0" tIns="0" rIns="0" bIns="0" anchor="t">
            <a:noAutofit/>
          </a:bodyPr>
          <a:lstStyle/>
          <a:p>
            <a:pPr algn="ct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Fall in love with</a:t>
            </a:r>
          </a:p>
          <a:p>
            <a:pPr algn="ct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the world again</a:t>
            </a:r>
          </a:p>
        </p:txBody>
      </p:sp>
      <p:sp>
        <p:nvSpPr>
          <p:cNvPr id="3" name="Main point">
            <a:extLst>
              <a:ext uri="{FF2B5EF4-FFF2-40B4-BE49-F238E27FC236}">
                <a16:creationId xmlns:a16="http://schemas.microsoft.com/office/drawing/2014/main" id="{92E22BBC-0120-4826-A905-607EC44137CD}"/>
              </a:ext>
            </a:extLst>
          </p:cNvPr>
          <p:cNvSpPr>
            <a:spLocks noGrp="1"/>
          </p:cNvSpPr>
          <p:nvPr/>
        </p:nvSpPr>
        <p:spPr>
          <a:xfrm>
            <a:off x="381000" y="2333625"/>
            <a:ext cx="8382000" cy="685800"/>
          </a:xfrm>
          <a:prstGeom prst="rect">
            <a:avLst/>
          </a:prstGeom>
          <a:noFill/>
          <a:ln w="0">
            <a:noFill/>
          </a:ln>
        </p:spPr>
        <p:txBody>
          <a:bodyPr lIns="0" tIns="0" rIns="0" bIns="0" anchor="t">
            <a:noAutofit/>
          </a:bodyPr>
          <a:lstStyle/>
          <a:p>
            <a:pPr algn="ctr">
              <a:buNone/>
              <a:defRPr sz="2100" b="1">
                <a:solidFill>
                  <a:srgbClr val="FFFFFF"/>
                </a:solidFill>
                <a:latin typeface="Space Grotesk"/>
                <a:ea typeface="Space Grotesk"/>
                <a:cs typeface="Space Grotesk"/>
              </a:defRPr>
            </a:pPr>
            <a:r>
              <a:rPr sz="2100" b="1" dirty="0">
                <a:solidFill>
                  <a:srgbClr val="FFFFFF"/>
                </a:solidFill>
                <a:latin typeface="Space Grotesk"/>
                <a:ea typeface="Space Grotesk"/>
                <a:cs typeface="Space Grotesk"/>
              </a:rPr>
              <a:t>What felt alien becomes a place you know.</a:t>
            </a:r>
          </a:p>
        </p:txBody>
      </p:sp>
      <p:sp>
        <p:nvSpPr>
          <p:cNvPr id="6" name="Subtle divider">
            <a:extLst>
              <a:ext uri="{FF2B5EF4-FFF2-40B4-BE49-F238E27FC236}">
                <a16:creationId xmlns:a16="http://schemas.microsoft.com/office/drawing/2014/main" id="{9439DFDA-93D4-4D91-A9CD-061729AD3824}"/>
              </a:ext>
            </a:extLst>
          </p:cNvPr>
          <p:cNvSpPr>
            <a:spLocks noGrp="1"/>
          </p:cNvSpPr>
          <p:nvPr/>
        </p:nvSpPr>
        <p:spPr>
          <a:xfrm>
            <a:off x="4000500" y="3105150"/>
            <a:ext cx="1143000" cy="0"/>
          </a:xfrm>
          <a:prstGeom prst="line">
            <a:avLst/>
          </a:prstGeom>
          <a:noFill/>
          <a:ln w="7620">
            <a:solidFill>
              <a:srgbClr val="656565"/>
            </a:solidFill>
          </a:ln>
        </p:spPr>
        <p:txBody>
          <a:bodyPr/>
          <a:lstStyle/>
          <a:p>
            <a:endParaRPr lang="zh-CN" altLang="en-US"/>
          </a:p>
        </p:txBody>
      </p:sp>
      <p:sp>
        <p:nvSpPr>
          <p:cNvPr id="7" name="Visual space — return to alien landscape">
            <a:extLst>
              <a:ext uri="{FF2B5EF4-FFF2-40B4-BE49-F238E27FC236}">
                <a16:creationId xmlns:a16="http://schemas.microsoft.com/office/drawing/2014/main" id="{295C484D-BCD6-4157-AC92-1A0321F45D72}"/>
              </a:ext>
            </a:extLst>
          </p:cNvPr>
          <p:cNvSpPr>
            <a:spLocks noGrp="1"/>
          </p:cNvSpPr>
          <p:nvPr/>
        </p:nvSpPr>
        <p:spPr>
          <a:xfrm>
            <a:off x="381000" y="3286125"/>
            <a:ext cx="8382000" cy="1333500"/>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6E3F5C4D-B944-475F-8FDB-D22E595C1EC6}"/>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10 / 13</a:t>
            </a:r>
          </a:p>
        </p:txBody>
      </p:sp>
      <p:sp>
        <p:nvSpPr>
          <p:cNvPr id="2" name="Title — editable / optional shader treatment">
            <a:extLst>
              <a:ext uri="{FF2B5EF4-FFF2-40B4-BE49-F238E27FC236}">
                <a16:creationId xmlns:a16="http://schemas.microsoft.com/office/drawing/2014/main" id="{EF60800E-12DD-4E4C-BB61-D05E4C67E3E2}"/>
              </a:ext>
            </a:extLst>
          </p:cNvPr>
          <p:cNvSpPr>
            <a:spLocks noGrp="1"/>
          </p:cNvSpPr>
          <p:nvPr/>
        </p:nvSpPr>
        <p:spPr>
          <a:xfrm>
            <a:off x="381000" y="333375"/>
            <a:ext cx="8382000" cy="952500"/>
          </a:xfrm>
          <a:prstGeom prst="rect">
            <a:avLst/>
          </a:prstGeom>
          <a:noFill/>
          <a:ln w="0">
            <a:noFill/>
          </a:ln>
        </p:spPr>
        <p:txBody>
          <a:bodyPr lIns="0" tIns="0" rIns="0" bIns="0" anchor="t">
            <a:noAutofit/>
          </a:bodyPr>
          <a:lstStyle/>
          <a:p>
            <a:pPr algn="r">
              <a:buNone/>
              <a:defRPr sz="4500" b="1">
                <a:solidFill>
                  <a:srgbClr val="FFFFFF"/>
                </a:solidFill>
                <a:latin typeface="Space Grotesk"/>
                <a:ea typeface="Space Grotesk"/>
                <a:cs typeface="Space Grotesk"/>
              </a:defRPr>
            </a:pPr>
            <a:r>
              <a:rPr sz="4500" b="1" dirty="0">
                <a:solidFill>
                  <a:srgbClr val="FFFFFF"/>
                </a:solidFill>
                <a:latin typeface="Space Grotesk"/>
                <a:ea typeface="Space Grotesk"/>
                <a:cs typeface="Space Grotesk"/>
              </a:rPr>
              <a:t>Scope and plan</a:t>
            </a:r>
          </a:p>
        </p:txBody>
      </p:sp>
      <p:sp>
        <p:nvSpPr>
          <p:cNvPr id="3" name="Main point">
            <a:extLst>
              <a:ext uri="{FF2B5EF4-FFF2-40B4-BE49-F238E27FC236}">
                <a16:creationId xmlns:a16="http://schemas.microsoft.com/office/drawing/2014/main" id="{A8957588-CF44-4476-9711-0D970A6C45D7}"/>
              </a:ext>
            </a:extLst>
          </p:cNvPr>
          <p:cNvSpPr>
            <a:spLocks noGrp="1"/>
          </p:cNvSpPr>
          <p:nvPr/>
        </p:nvSpPr>
        <p:spPr>
          <a:xfrm>
            <a:off x="381000" y="1524000"/>
            <a:ext cx="8382000" cy="685800"/>
          </a:xfrm>
          <a:prstGeom prst="rect">
            <a:avLst/>
          </a:prstGeom>
          <a:noFill/>
          <a:ln w="0">
            <a:noFill/>
          </a:ln>
        </p:spPr>
        <p:txBody>
          <a:bodyPr lIns="0" tIns="0" rIns="0" bIns="0" anchor="t">
            <a:noAutofit/>
          </a:bodyPr>
          <a:lstStyle/>
          <a:p>
            <a:pPr algn="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One ecosystem first. One complete region.</a:t>
            </a:r>
          </a:p>
        </p:txBody>
      </p:sp>
      <p:sp>
        <p:nvSpPr>
          <p:cNvPr id="4" name="Milestone">
            <a:extLst>
              <a:ext uri="{FF2B5EF4-FFF2-40B4-BE49-F238E27FC236}">
                <a16:creationId xmlns:a16="http://schemas.microsoft.com/office/drawing/2014/main" id="{13FA7CE4-B3F1-40AE-96CF-A92643CB5BB4}"/>
              </a:ext>
            </a:extLst>
          </p:cNvPr>
          <p:cNvSpPr>
            <a:spLocks noGrp="1"/>
          </p:cNvSpPr>
          <p:nvPr/>
        </p:nvSpPr>
        <p:spPr>
          <a:xfrm>
            <a:off x="381000" y="2619375"/>
            <a:ext cx="2667000" cy="381000"/>
          </a:xfrm>
          <a:prstGeom prst="rect">
            <a:avLst/>
          </a:prstGeom>
          <a:noFill/>
          <a:ln w="0">
            <a:noFill/>
          </a:ln>
        </p:spPr>
        <p:txBody>
          <a:bodyPr lIns="0" tIns="0" rIns="0" bIns="0" anchor="t">
            <a:noAutofit/>
          </a:bodyPr>
          <a:lstStyle/>
          <a:p>
            <a:pP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Now</a:t>
            </a:r>
          </a:p>
        </p:txBody>
      </p:sp>
      <p:sp>
        <p:nvSpPr>
          <p:cNvPr id="5" name="Milestone detail">
            <a:extLst>
              <a:ext uri="{FF2B5EF4-FFF2-40B4-BE49-F238E27FC236}">
                <a16:creationId xmlns:a16="http://schemas.microsoft.com/office/drawing/2014/main" id="{F4C6BE02-8578-4272-9314-2BC6C15C7258}"/>
              </a:ext>
            </a:extLst>
          </p:cNvPr>
          <p:cNvSpPr>
            <a:spLocks noGrp="1"/>
          </p:cNvSpPr>
          <p:nvPr/>
        </p:nvSpPr>
        <p:spPr>
          <a:xfrm>
            <a:off x="381000" y="3076575"/>
            <a:ext cx="2667000" cy="7810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Movement + interaction</a:t>
            </a:r>
          </a:p>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Heat ecosystem</a:t>
            </a:r>
          </a:p>
        </p:txBody>
      </p:sp>
      <p:sp>
        <p:nvSpPr>
          <p:cNvPr id="6" name="Milestone">
            <a:extLst>
              <a:ext uri="{FF2B5EF4-FFF2-40B4-BE49-F238E27FC236}">
                <a16:creationId xmlns:a16="http://schemas.microsoft.com/office/drawing/2014/main" id="{C3E100FD-7B34-4630-8FCB-438C8316508D}"/>
              </a:ext>
            </a:extLst>
          </p:cNvPr>
          <p:cNvSpPr>
            <a:spLocks noGrp="1"/>
          </p:cNvSpPr>
          <p:nvPr/>
        </p:nvSpPr>
        <p:spPr>
          <a:xfrm>
            <a:off x="3238500" y="2619375"/>
            <a:ext cx="2667000" cy="381000"/>
          </a:xfrm>
          <a:prstGeom prst="rect">
            <a:avLst/>
          </a:prstGeom>
          <a:noFill/>
          <a:ln w="0">
            <a:noFill/>
          </a:ln>
        </p:spPr>
        <p:txBody>
          <a:bodyPr lIns="0" tIns="0" rIns="0" bIns="0" anchor="t">
            <a:noAutofit/>
          </a:bodyPr>
          <a:lstStyle/>
          <a:p>
            <a:pP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Semester 1</a:t>
            </a:r>
          </a:p>
        </p:txBody>
      </p:sp>
      <p:sp>
        <p:nvSpPr>
          <p:cNvPr id="7" name="Milestone detail">
            <a:extLst>
              <a:ext uri="{FF2B5EF4-FFF2-40B4-BE49-F238E27FC236}">
                <a16:creationId xmlns:a16="http://schemas.microsoft.com/office/drawing/2014/main" id="{4EDF030A-EAA3-4D44-98D6-AE0BD1F3238B}"/>
              </a:ext>
            </a:extLst>
          </p:cNvPr>
          <p:cNvSpPr>
            <a:spLocks noGrp="1"/>
          </p:cNvSpPr>
          <p:nvPr/>
        </p:nvSpPr>
        <p:spPr>
          <a:xfrm>
            <a:off x="3238500" y="3076575"/>
            <a:ext cx="2667000" cy="7810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Complete heat interactions</a:t>
            </a:r>
          </a:p>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Test visuals and curiosity</a:t>
            </a:r>
          </a:p>
        </p:txBody>
      </p:sp>
      <p:sp>
        <p:nvSpPr>
          <p:cNvPr id="8" name="Milestone">
            <a:extLst>
              <a:ext uri="{FF2B5EF4-FFF2-40B4-BE49-F238E27FC236}">
                <a16:creationId xmlns:a16="http://schemas.microsoft.com/office/drawing/2014/main" id="{4DB1F891-1E56-41B3-AD55-037D3F34F883}"/>
              </a:ext>
            </a:extLst>
          </p:cNvPr>
          <p:cNvSpPr>
            <a:spLocks noGrp="1"/>
          </p:cNvSpPr>
          <p:nvPr/>
        </p:nvSpPr>
        <p:spPr>
          <a:xfrm>
            <a:off x="6096000" y="2619375"/>
            <a:ext cx="2667000" cy="381000"/>
          </a:xfrm>
          <a:prstGeom prst="rect">
            <a:avLst/>
          </a:prstGeom>
          <a:noFill/>
          <a:ln w="0">
            <a:noFill/>
          </a:ln>
        </p:spPr>
        <p:txBody>
          <a:bodyPr lIns="0" tIns="0" rIns="0" bIns="0" anchor="t">
            <a:noAutofit/>
          </a:bodyPr>
          <a:lstStyle/>
          <a:p>
            <a:pP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Semester 2</a:t>
            </a:r>
          </a:p>
        </p:txBody>
      </p:sp>
      <p:sp>
        <p:nvSpPr>
          <p:cNvPr id="9" name="Milestone detail">
            <a:extLst>
              <a:ext uri="{FF2B5EF4-FFF2-40B4-BE49-F238E27FC236}">
                <a16:creationId xmlns:a16="http://schemas.microsoft.com/office/drawing/2014/main" id="{0CFE6E1B-33CB-45B4-BBFB-C9D2051C7762}"/>
              </a:ext>
            </a:extLst>
          </p:cNvPr>
          <p:cNvSpPr>
            <a:spLocks noGrp="1"/>
          </p:cNvSpPr>
          <p:nvPr/>
        </p:nvSpPr>
        <p:spPr>
          <a:xfrm>
            <a:off x="6096000" y="3076575"/>
            <a:ext cx="2667000" cy="7810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Build the region</a:t>
            </a:r>
          </a:p>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Audio, ending, polish</a:t>
            </a:r>
          </a:p>
        </p:txBody>
      </p:sp>
      <p:sp>
        <p:nvSpPr>
          <p:cNvPr id="10" name="Long-term ambition">
            <a:extLst>
              <a:ext uri="{FF2B5EF4-FFF2-40B4-BE49-F238E27FC236}">
                <a16:creationId xmlns:a16="http://schemas.microsoft.com/office/drawing/2014/main" id="{EF8F07FC-C9E4-4BBD-AC5A-F91028481E91}"/>
              </a:ext>
            </a:extLst>
          </p:cNvPr>
          <p:cNvSpPr>
            <a:spLocks noGrp="1"/>
          </p:cNvSpPr>
          <p:nvPr/>
        </p:nvSpPr>
        <p:spPr>
          <a:xfrm>
            <a:off x="381000" y="4286250"/>
            <a:ext cx="7334250" cy="30480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Long-term vision: four connected living islands.</a:t>
            </a:r>
          </a:p>
        </p:txBody>
      </p:sp>
      <p:sp>
        <p:nvSpPr>
          <p:cNvPr id="12" name="Subtle divider">
            <a:extLst>
              <a:ext uri="{FF2B5EF4-FFF2-40B4-BE49-F238E27FC236}">
                <a16:creationId xmlns:a16="http://schemas.microsoft.com/office/drawing/2014/main" id="{E36219B8-3126-46AC-B26B-E20048C452F6}"/>
              </a:ext>
            </a:extLst>
          </p:cNvPr>
          <p:cNvSpPr>
            <a:spLocks noGrp="1"/>
          </p:cNvSpPr>
          <p:nvPr/>
        </p:nvSpPr>
        <p:spPr>
          <a:xfrm>
            <a:off x="381000" y="2343150"/>
            <a:ext cx="8382000" cy="0"/>
          </a:xfrm>
          <a:prstGeom prst="line">
            <a:avLst/>
          </a:prstGeom>
          <a:noFill/>
          <a:ln w="7620">
            <a:solidFill>
              <a:srgbClr val="656565"/>
            </a:solid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6" name="Page number">
            <a:extLst>
              <a:ext uri="{FF2B5EF4-FFF2-40B4-BE49-F238E27FC236}">
                <a16:creationId xmlns:a16="http://schemas.microsoft.com/office/drawing/2014/main" id="{5EAB2E8A-CDC2-4A8F-86A1-12C643FCE65C}"/>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11 / 13</a:t>
            </a:r>
          </a:p>
        </p:txBody>
      </p:sp>
      <p:sp>
        <p:nvSpPr>
          <p:cNvPr id="2" name="Title — editable / optional shader treatment">
            <a:extLst>
              <a:ext uri="{FF2B5EF4-FFF2-40B4-BE49-F238E27FC236}">
                <a16:creationId xmlns:a16="http://schemas.microsoft.com/office/drawing/2014/main" id="{CAB7AC54-B688-4847-9596-29C8CE3ABE42}"/>
              </a:ext>
            </a:extLst>
          </p:cNvPr>
          <p:cNvSpPr>
            <a:spLocks noGrp="1"/>
          </p:cNvSpPr>
          <p:nvPr/>
        </p:nvSpPr>
        <p:spPr>
          <a:xfrm>
            <a:off x="381000" y="952500"/>
            <a:ext cx="5238750" cy="952500"/>
          </a:xfrm>
          <a:prstGeom prst="rect">
            <a:avLst/>
          </a:prstGeom>
          <a:noFill/>
          <a:ln w="0">
            <a:noFill/>
          </a:ln>
        </p:spPr>
        <p:txBody>
          <a:bodyPr lIns="0" tIns="0" rIns="0" bIns="0" anchor="t">
            <a:noAutofit/>
          </a:bodyPr>
          <a:lstStyle/>
          <a:p>
            <a:pPr algn="l">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Success criteria</a:t>
            </a:r>
          </a:p>
        </p:txBody>
      </p:sp>
      <p:sp>
        <p:nvSpPr>
          <p:cNvPr id="3" name="Main point">
            <a:extLst>
              <a:ext uri="{FF2B5EF4-FFF2-40B4-BE49-F238E27FC236}">
                <a16:creationId xmlns:a16="http://schemas.microsoft.com/office/drawing/2014/main" id="{B653AABF-8A76-4532-926C-77DE91656F15}"/>
              </a:ext>
            </a:extLst>
          </p:cNvPr>
          <p:cNvSpPr>
            <a:spLocks noGrp="1"/>
          </p:cNvSpPr>
          <p:nvPr/>
        </p:nvSpPr>
        <p:spPr>
          <a:xfrm>
            <a:off x="381000" y="2428875"/>
            <a:ext cx="5238750" cy="6858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Players choose to look closer.</a:t>
            </a:r>
          </a:p>
        </p:txBody>
      </p:sp>
      <p:sp>
        <p:nvSpPr>
          <p:cNvPr id="4" name="Playtest criteria">
            <a:extLst>
              <a:ext uri="{FF2B5EF4-FFF2-40B4-BE49-F238E27FC236}">
                <a16:creationId xmlns:a16="http://schemas.microsoft.com/office/drawing/2014/main" id="{DAE07932-1242-4DC0-9FB9-DF43D83C8D9F}"/>
              </a:ext>
            </a:extLst>
          </p:cNvPr>
          <p:cNvSpPr>
            <a:spLocks noGrp="1"/>
          </p:cNvSpPr>
          <p:nvPr/>
        </p:nvSpPr>
        <p:spPr>
          <a:xfrm>
            <a:off x="381000" y="3333750"/>
            <a:ext cx="5238750" cy="1285875"/>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The world feels alive.</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Cause and effect becomes readable.</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A player stops to test an idea.</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Wandering is satisfying on its own.</a:t>
            </a:r>
          </a:p>
        </p:txBody>
      </p:sp>
      <p:sp>
        <p:nvSpPr>
          <p:cNvPr id="7" name="Subtle divider">
            <a:extLst>
              <a:ext uri="{FF2B5EF4-FFF2-40B4-BE49-F238E27FC236}">
                <a16:creationId xmlns:a16="http://schemas.microsoft.com/office/drawing/2014/main" id="{98354932-6402-4BE7-B467-4415D0254A53}"/>
              </a:ext>
            </a:extLst>
          </p:cNvPr>
          <p:cNvSpPr>
            <a:spLocks noGrp="1"/>
          </p:cNvSpPr>
          <p:nvPr/>
        </p:nvSpPr>
        <p:spPr>
          <a:xfrm>
            <a:off x="5905500" y="1143000"/>
            <a:ext cx="0" cy="3143250"/>
          </a:xfrm>
          <a:prstGeom prst="line">
            <a:avLst/>
          </a:prstGeom>
          <a:noFill/>
          <a:ln w="7620">
            <a:solidFill>
              <a:srgbClr val="656565"/>
            </a:solidFill>
          </a:ln>
        </p:spPr>
        <p:txBody>
          <a:bodyPr/>
          <a:lstStyle/>
          <a:p>
            <a:endParaRPr lang="zh-CN" altLang="en-US"/>
          </a:p>
        </p:txBody>
      </p:sp>
      <p:sp>
        <p:nvSpPr>
          <p:cNvPr id="8" name="Visual space — observing creature or player image">
            <a:extLst>
              <a:ext uri="{FF2B5EF4-FFF2-40B4-BE49-F238E27FC236}">
                <a16:creationId xmlns:a16="http://schemas.microsoft.com/office/drawing/2014/main" id="{19EA174E-62ED-49F3-8595-69BD53E1E33E}"/>
              </a:ext>
            </a:extLst>
          </p:cNvPr>
          <p:cNvSpPr>
            <a:spLocks noGrp="1"/>
          </p:cNvSpPr>
          <p:nvPr/>
        </p:nvSpPr>
        <p:spPr>
          <a:xfrm>
            <a:off x="6334125" y="857250"/>
            <a:ext cx="2238375" cy="3619500"/>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6" name="Page number">
            <a:extLst>
              <a:ext uri="{FF2B5EF4-FFF2-40B4-BE49-F238E27FC236}">
                <a16:creationId xmlns:a16="http://schemas.microsoft.com/office/drawing/2014/main" id="{7F918749-66FA-446A-9921-91149E41E0F3}"/>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12 / 13</a:t>
            </a:r>
          </a:p>
        </p:txBody>
      </p:sp>
      <p:sp>
        <p:nvSpPr>
          <p:cNvPr id="2" name="Title — editable / optional shader treatment">
            <a:extLst>
              <a:ext uri="{FF2B5EF4-FFF2-40B4-BE49-F238E27FC236}">
                <a16:creationId xmlns:a16="http://schemas.microsoft.com/office/drawing/2014/main" id="{85FC9780-0F34-40AC-8012-6B648AD4CD8D}"/>
              </a:ext>
            </a:extLst>
          </p:cNvPr>
          <p:cNvSpPr>
            <a:spLocks noGrp="1"/>
          </p:cNvSpPr>
          <p:nvPr/>
        </p:nvSpPr>
        <p:spPr>
          <a:xfrm>
            <a:off x="381000" y="333375"/>
            <a:ext cx="8382000" cy="1381125"/>
          </a:xfrm>
          <a:prstGeom prst="rect">
            <a:avLst/>
          </a:prstGeom>
          <a:noFill/>
          <a:ln w="0">
            <a:noFill/>
          </a:ln>
        </p:spPr>
        <p:txBody>
          <a:bodyPr lIns="0" tIns="0" rIns="0" bIns="0" anchor="t">
            <a:noAutofit/>
          </a:bodyPr>
          <a:lstStyle/>
          <a:p>
            <a:pPr algn="ct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Risks and</a:t>
            </a:r>
          </a:p>
          <a:p>
            <a:pPr algn="ct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uncertainties</a:t>
            </a:r>
          </a:p>
        </p:txBody>
      </p:sp>
      <p:sp>
        <p:nvSpPr>
          <p:cNvPr id="3" name="Main point">
            <a:extLst>
              <a:ext uri="{FF2B5EF4-FFF2-40B4-BE49-F238E27FC236}">
                <a16:creationId xmlns:a16="http://schemas.microsoft.com/office/drawing/2014/main" id="{9F8D9461-2E65-498C-B305-4F0BA5125CE0}"/>
              </a:ext>
            </a:extLst>
          </p:cNvPr>
          <p:cNvSpPr>
            <a:spLocks noGrp="1"/>
          </p:cNvSpPr>
          <p:nvPr/>
        </p:nvSpPr>
        <p:spPr>
          <a:xfrm>
            <a:off x="381000" y="1952625"/>
            <a:ext cx="8382000" cy="523875"/>
          </a:xfrm>
          <a:prstGeom prst="rect">
            <a:avLst/>
          </a:prstGeom>
          <a:noFill/>
          <a:ln w="0">
            <a:noFill/>
          </a:ln>
        </p:spPr>
        <p:txBody>
          <a:bodyPr lIns="0" tIns="0" rIns="0" bIns="0" anchor="t">
            <a:noAutofit/>
          </a:bodyPr>
          <a:lstStyle/>
          <a:p>
            <a:pPr algn="ctr">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Unfamiliar, yet understandable.</a:t>
            </a:r>
          </a:p>
        </p:txBody>
      </p:sp>
      <p:sp>
        <p:nvSpPr>
          <p:cNvPr id="4" name="Open questions">
            <a:extLst>
              <a:ext uri="{FF2B5EF4-FFF2-40B4-BE49-F238E27FC236}">
                <a16:creationId xmlns:a16="http://schemas.microsoft.com/office/drawing/2014/main" id="{5F3D8213-AC60-4AED-9B0C-A85DC16F27DC}"/>
              </a:ext>
            </a:extLst>
          </p:cNvPr>
          <p:cNvSpPr>
            <a:spLocks noGrp="1"/>
          </p:cNvSpPr>
          <p:nvPr/>
        </p:nvSpPr>
        <p:spPr>
          <a:xfrm>
            <a:off x="1333500" y="3076575"/>
            <a:ext cx="6953250" cy="1381125"/>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Readability: can players see the rules?</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Direction: is curiosity enough?</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Complexity: can interactions stay manageable?</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Completion: what makes a satisfying ending?</a:t>
            </a:r>
          </a:p>
        </p:txBody>
      </p:sp>
      <p:sp>
        <p:nvSpPr>
          <p:cNvPr id="7" name="Subtle divider">
            <a:extLst>
              <a:ext uri="{FF2B5EF4-FFF2-40B4-BE49-F238E27FC236}">
                <a16:creationId xmlns:a16="http://schemas.microsoft.com/office/drawing/2014/main" id="{5CF2FAD8-8033-4DE7-BFA8-451EF6D130D6}"/>
              </a:ext>
            </a:extLst>
          </p:cNvPr>
          <p:cNvSpPr>
            <a:spLocks noGrp="1"/>
          </p:cNvSpPr>
          <p:nvPr/>
        </p:nvSpPr>
        <p:spPr>
          <a:xfrm>
            <a:off x="4000500" y="2733675"/>
            <a:ext cx="1143000" cy="0"/>
          </a:xfrm>
          <a:prstGeom prst="line">
            <a:avLst/>
          </a:prstGeom>
          <a:noFill/>
          <a:ln w="7620">
            <a:solidFill>
              <a:srgbClr val="656565"/>
            </a:solid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9" name="Page number">
            <a:extLst>
              <a:ext uri="{FF2B5EF4-FFF2-40B4-BE49-F238E27FC236}">
                <a16:creationId xmlns:a16="http://schemas.microsoft.com/office/drawing/2014/main" id="{DF909149-2EBB-446F-A245-9C7A95E21C64}"/>
              </a:ext>
            </a:extLst>
          </p:cNvPr>
          <p:cNvSpPr>
            <a:spLocks noGrp="1"/>
          </p:cNvSpPr>
          <p:nvPr/>
        </p:nvSpPr>
        <p:spPr>
          <a:xfrm>
            <a:off x="7905750" y="4762500"/>
            <a:ext cx="952500" cy="2857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13 / 13</a:t>
            </a:r>
          </a:p>
        </p:txBody>
      </p:sp>
      <p:sp>
        <p:nvSpPr>
          <p:cNvPr id="2" name="Title — editable / optional shader treatment">
            <a:extLst>
              <a:ext uri="{FF2B5EF4-FFF2-40B4-BE49-F238E27FC236}">
                <a16:creationId xmlns:a16="http://schemas.microsoft.com/office/drawing/2014/main" id="{EE3353DC-9245-4C37-9D67-4BEE66F68FC9}"/>
              </a:ext>
            </a:extLst>
          </p:cNvPr>
          <p:cNvSpPr>
            <a:spLocks noGrp="1"/>
          </p:cNvSpPr>
          <p:nvPr/>
        </p:nvSpPr>
        <p:spPr>
          <a:xfrm>
            <a:off x="4762500" y="571500"/>
            <a:ext cx="4000500" cy="952500"/>
          </a:xfrm>
          <a:prstGeom prst="rect">
            <a:avLst/>
          </a:prstGeom>
          <a:noFill/>
          <a:ln w="0">
            <a:noFill/>
          </a:ln>
        </p:spPr>
        <p:txBody>
          <a:bodyPr lIns="0" tIns="0" rIns="0" bIns="0" anchor="t">
            <a:noAutofit/>
          </a:bodyPr>
          <a:lstStyle/>
          <a:p>
            <a:pPr algn="r">
              <a:buNone/>
              <a:defRPr sz="4500" b="1">
                <a:solidFill>
                  <a:srgbClr val="FFFFFF"/>
                </a:solidFill>
                <a:latin typeface="Space Grotesk"/>
                <a:ea typeface="Space Grotesk"/>
                <a:cs typeface="Space Grotesk"/>
              </a:defRPr>
            </a:pPr>
            <a:r>
              <a:rPr sz="4500" b="1">
                <a:solidFill>
                  <a:srgbClr val="FFFFFF"/>
                </a:solidFill>
                <a:latin typeface="Space Grotesk"/>
                <a:ea typeface="Space Grotesk"/>
                <a:cs typeface="Space Grotesk"/>
              </a:rPr>
              <a:t>The team</a:t>
            </a:r>
          </a:p>
        </p:txBody>
      </p:sp>
      <p:sp>
        <p:nvSpPr>
          <p:cNvPr id="3" name="Main point">
            <a:extLst>
              <a:ext uri="{FF2B5EF4-FFF2-40B4-BE49-F238E27FC236}">
                <a16:creationId xmlns:a16="http://schemas.microsoft.com/office/drawing/2014/main" id="{A1A9413B-FA7E-42A7-B5A7-D31C2732AEF6}"/>
              </a:ext>
            </a:extLst>
          </p:cNvPr>
          <p:cNvSpPr>
            <a:spLocks noGrp="1"/>
          </p:cNvSpPr>
          <p:nvPr/>
        </p:nvSpPr>
        <p:spPr>
          <a:xfrm>
            <a:off x="381000" y="1443037"/>
            <a:ext cx="8382000" cy="6858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dirty="0">
                <a:solidFill>
                  <a:srgbClr val="FFFFFF"/>
                </a:solidFill>
                <a:latin typeface="Space Grotesk"/>
                <a:ea typeface="Space Grotesk"/>
                <a:cs typeface="Space Grotesk"/>
              </a:rPr>
              <a:t>Help us make an unfamiliar world feel alive.</a:t>
            </a:r>
          </a:p>
        </p:txBody>
      </p:sp>
      <p:sp>
        <p:nvSpPr>
          <p:cNvPr id="4" name="Team member">
            <a:extLst>
              <a:ext uri="{FF2B5EF4-FFF2-40B4-BE49-F238E27FC236}">
                <a16:creationId xmlns:a16="http://schemas.microsoft.com/office/drawing/2014/main" id="{B7CFA131-112D-4B02-9918-E1D6B184CA57}"/>
              </a:ext>
            </a:extLst>
          </p:cNvPr>
          <p:cNvSpPr>
            <a:spLocks noGrp="1"/>
          </p:cNvSpPr>
          <p:nvPr/>
        </p:nvSpPr>
        <p:spPr>
          <a:xfrm>
            <a:off x="381000" y="2324100"/>
            <a:ext cx="4000500" cy="3810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YoYo</a:t>
            </a:r>
          </a:p>
        </p:txBody>
      </p:sp>
      <p:sp>
        <p:nvSpPr>
          <p:cNvPr id="5" name="Skills">
            <a:extLst>
              <a:ext uri="{FF2B5EF4-FFF2-40B4-BE49-F238E27FC236}">
                <a16:creationId xmlns:a16="http://schemas.microsoft.com/office/drawing/2014/main" id="{17387D23-FDFA-4CAA-AD19-B565B4048D84}"/>
              </a:ext>
            </a:extLst>
          </p:cNvPr>
          <p:cNvSpPr>
            <a:spLocks noGrp="1"/>
          </p:cNvSpPr>
          <p:nvPr/>
        </p:nvSpPr>
        <p:spPr>
          <a:xfrm>
            <a:off x="381000" y="2762250"/>
            <a:ext cx="4000500" cy="6286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Design, programming, shaders</a:t>
            </a:r>
          </a:p>
          <a:p>
            <a:pPr>
              <a:buNone/>
              <a:defRPr sz="1500" b="0">
                <a:solidFill>
                  <a:srgbClr val="FFFFFF"/>
                </a:solidFill>
                <a:latin typeface="Space Grotesk"/>
                <a:ea typeface="Space Grotesk"/>
                <a:cs typeface="Space Grotesk"/>
              </a:defRPr>
            </a:pPr>
            <a:r>
              <a:rPr sz="1500" b="0" dirty="0">
                <a:solidFill>
                  <a:srgbClr val="FFFFFF"/>
                </a:solidFill>
                <a:latin typeface="Space Grotesk"/>
                <a:ea typeface="Space Grotesk"/>
                <a:cs typeface="Space Grotesk"/>
              </a:rPr>
              <a:t>Synthesizers</a:t>
            </a:r>
          </a:p>
        </p:txBody>
      </p:sp>
      <p:sp>
        <p:nvSpPr>
          <p:cNvPr id="6" name="Team member">
            <a:extLst>
              <a:ext uri="{FF2B5EF4-FFF2-40B4-BE49-F238E27FC236}">
                <a16:creationId xmlns:a16="http://schemas.microsoft.com/office/drawing/2014/main" id="{E3FA0A00-25C8-4368-810D-7DFD1DCF562A}"/>
              </a:ext>
            </a:extLst>
          </p:cNvPr>
          <p:cNvSpPr>
            <a:spLocks noGrp="1"/>
          </p:cNvSpPr>
          <p:nvPr/>
        </p:nvSpPr>
        <p:spPr>
          <a:xfrm>
            <a:off x="4762500" y="2324100"/>
            <a:ext cx="3905250" cy="381000"/>
          </a:xfrm>
          <a:prstGeom prst="rect">
            <a:avLst/>
          </a:prstGeom>
          <a:noFill/>
          <a:ln w="0">
            <a:noFill/>
          </a:ln>
        </p:spPr>
        <p:txBody>
          <a:bodyPr lIns="0" tIns="0" rIns="0" bIns="0" anchor="t">
            <a:noAutofit/>
          </a:bodyPr>
          <a:lstStyle/>
          <a:p>
            <a:pPr algn="l">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Lam</a:t>
            </a:r>
          </a:p>
        </p:txBody>
      </p:sp>
      <p:sp>
        <p:nvSpPr>
          <p:cNvPr id="7" name="Skills">
            <a:extLst>
              <a:ext uri="{FF2B5EF4-FFF2-40B4-BE49-F238E27FC236}">
                <a16:creationId xmlns:a16="http://schemas.microsoft.com/office/drawing/2014/main" id="{5BB693F1-8FA9-4D20-A573-AF6D6B45CC75}"/>
              </a:ext>
            </a:extLst>
          </p:cNvPr>
          <p:cNvSpPr>
            <a:spLocks noGrp="1"/>
          </p:cNvSpPr>
          <p:nvPr/>
        </p:nvSpPr>
        <p:spPr>
          <a:xfrm>
            <a:off x="4762500" y="2762250"/>
            <a:ext cx="3905250" cy="628650"/>
          </a:xfrm>
          <a:prstGeom prst="rect">
            <a:avLst/>
          </a:prstGeom>
          <a:noFill/>
          <a:ln w="0">
            <a:noFill/>
          </a:ln>
        </p:spPr>
        <p:txBody>
          <a:bodyPr lIns="0" tIns="0" rIns="0" bIns="0" anchor="t">
            <a:noAutofit/>
          </a:bodyPr>
          <a:lstStyle/>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Design, programming, shaders</a:t>
            </a:r>
          </a:p>
          <a:p>
            <a:pPr>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Beginner 3D modeling</a:t>
            </a:r>
          </a:p>
        </p:txBody>
      </p:sp>
      <p:sp>
        <p:nvSpPr>
          <p:cNvPr id="8" name="Recruitment">
            <a:extLst>
              <a:ext uri="{FF2B5EF4-FFF2-40B4-BE49-F238E27FC236}">
                <a16:creationId xmlns:a16="http://schemas.microsoft.com/office/drawing/2014/main" id="{15D27790-BC50-455F-B580-A5DF14B9B5A5}"/>
              </a:ext>
            </a:extLst>
          </p:cNvPr>
          <p:cNvSpPr>
            <a:spLocks noGrp="1"/>
          </p:cNvSpPr>
          <p:nvPr/>
        </p:nvSpPr>
        <p:spPr>
          <a:xfrm>
            <a:off x="381000" y="4048125"/>
            <a:ext cx="8001000" cy="590550"/>
          </a:xfrm>
          <a:prstGeom prst="rect">
            <a:avLst/>
          </a:prstGeom>
          <a:noFill/>
          <a:ln w="0">
            <a:noFill/>
          </a:ln>
        </p:spPr>
        <p:txBody>
          <a:bodyPr lIns="0" tIns="0" rIns="0" bIns="0" anchor="t">
            <a:noAutofit/>
          </a:bodyPr>
          <a:lstStyle/>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Looking for sound + systemic music,</a:t>
            </a:r>
          </a:p>
          <a:p>
            <a:pPr algn="l">
              <a:buNone/>
              <a:defRPr sz="1500" b="0">
                <a:solidFill>
                  <a:srgbClr val="FFFFFF"/>
                </a:solidFill>
                <a:latin typeface="Space Grotesk"/>
                <a:ea typeface="Space Grotesk"/>
                <a:cs typeface="Space Grotesk"/>
              </a:defRPr>
            </a:pPr>
            <a:r>
              <a:rPr sz="1500" b="0">
                <a:solidFill>
                  <a:srgbClr val="FFFFFF"/>
                </a:solidFill>
                <a:latin typeface="Space Grotesk"/>
                <a:ea typeface="Space Grotesk"/>
                <a:cs typeface="Space Grotesk"/>
              </a:rPr>
              <a:t>3D art + animation, creature programming.</a:t>
            </a:r>
          </a:p>
        </p:txBody>
      </p:sp>
      <p:sp>
        <p:nvSpPr>
          <p:cNvPr id="10" name="Subtle divider">
            <a:extLst>
              <a:ext uri="{FF2B5EF4-FFF2-40B4-BE49-F238E27FC236}">
                <a16:creationId xmlns:a16="http://schemas.microsoft.com/office/drawing/2014/main" id="{0D9CCB6E-6CBC-4F3C-8D64-8C5995C65DA1}"/>
              </a:ext>
            </a:extLst>
          </p:cNvPr>
          <p:cNvSpPr>
            <a:spLocks noGrp="1"/>
          </p:cNvSpPr>
          <p:nvPr/>
        </p:nvSpPr>
        <p:spPr>
          <a:xfrm>
            <a:off x="381000" y="2100262"/>
            <a:ext cx="8382000" cy="0"/>
          </a:xfrm>
          <a:prstGeom prst="line">
            <a:avLst/>
          </a:prstGeom>
          <a:noFill/>
          <a:ln w="7620">
            <a:solidFill>
              <a:srgbClr val="656565"/>
            </a:solidFill>
          </a:ln>
        </p:spPr>
        <p:txBody>
          <a:bodyPr/>
          <a:lstStyle/>
          <a:p>
            <a:endParaRPr lang="zh-CN" altLang="en-US"/>
          </a:p>
        </p:txBody>
      </p:sp>
      <p:sp>
        <p:nvSpPr>
          <p:cNvPr id="11" name="Visual space — optional creature cutout">
            <a:extLst>
              <a:ext uri="{FF2B5EF4-FFF2-40B4-BE49-F238E27FC236}">
                <a16:creationId xmlns:a16="http://schemas.microsoft.com/office/drawing/2014/main" id="{C8415022-42E5-42ED-B3F3-C1228CE60B2E}"/>
              </a:ext>
            </a:extLst>
          </p:cNvPr>
          <p:cNvSpPr>
            <a:spLocks noGrp="1"/>
          </p:cNvSpPr>
          <p:nvPr/>
        </p:nvSpPr>
        <p:spPr>
          <a:xfrm>
            <a:off x="381000" y="333375"/>
            <a:ext cx="3143250" cy="1333500"/>
          </a:xfrm>
          <a:prstGeom prst="rect">
            <a:avLst/>
          </a:prstGeom>
          <a:noFill/>
          <a:ln w="0">
            <a:noFill/>
          </a:ln>
        </p:spPr>
        <p:txBody>
          <a:bodyPr/>
          <a:lstStyle/>
          <a:p>
            <a:endParaRPr lang="zh-CN" altLang="en-US"/>
          </a:p>
        </p:txBody>
      </p:sp>
    </p:spTree>
    <p:extLst>
      <p:ext uri="{BB962C8B-B14F-4D97-AF65-F5344CB8AC3E}">
        <p14:creationId xmlns:p14="http://schemas.microsoft.com/office/powerpoint/2010/main" val="1719949214"/>
      </p:ext>
    </p:extLst>
  </p:cSld>
  <p:clrMapOvr>
    <a:masterClrMapping/>
  </p:clrMapOvr>
</p:sld>
</file>

<file path=ppt/theme/theme1.xml><?xml version="1.0" encoding="utf-8"?>
<a:theme xmlns:a="http://schemas.openxmlformats.org/drawingml/2006/main" name="Dark Theme by Slidesgo">
  <a:themeElements>
    <a:clrScheme name="Simple Light">
      <a:dk1>
        <a:srgbClr val="FFFFFF"/>
      </a:dk1>
      <a:lt1>
        <a:srgbClr val="0D0D0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ark Theme by Slidesgo">
  <a:themeElements>
    <a:clrScheme name="Simple Light">
      <a:dk1>
        <a:srgbClr val="FFFFFF"/>
      </a:dk1>
      <a:lt1>
        <a:srgbClr val="0D0D0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1036</TotalTime>
  <Words>1637</Words>
  <Application>Microsoft Office PowerPoint</Application>
  <DocSecurity>0</DocSecurity>
  <PresentationFormat>全屏显示(16:9)</PresentationFormat>
  <Paragraphs>182</Paragraphs>
  <Slides>13</Slides>
  <Notes>13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13</vt:i4>
      </vt:variant>
    </vt:vector>
  </HeadingPairs>
  <TitlesOfParts>
    <vt:vector size="21" baseType="lpstr">
      <vt:lpstr>Arial</vt:lpstr>
      <vt:lpstr>Nunito Light</vt:lpstr>
      <vt:lpstr>Hind</vt:lpstr>
      <vt:lpstr>Space Grotesk</vt:lpstr>
      <vt:lpstr>Open Sans Light</vt:lpstr>
      <vt:lpstr>Inter</vt:lpstr>
      <vt:lpstr>Dark Theme by Slidesgo</vt:lpstr>
      <vt:lpstr>Slidesgo Final Pages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Yoyo Meng</cp:lastModifiedBy>
  <cp:revision>2</cp:revision>
  <dcterms:created xsi:type="dcterms:W3CDTF">2026-09-06T21:43:31Z</dcterms:created>
  <dcterms:modified xsi:type="dcterms:W3CDTF">2026-09-07T15:36:26Z</dcterms:modified>
</cp:coreProperties>
</file>